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59" r:id="rId4"/>
    <p:sldId id="264" r:id="rId5"/>
    <p:sldId id="266" r:id="rId6"/>
    <p:sldId id="269" r:id="rId7"/>
    <p:sldId id="271" r:id="rId8"/>
    <p:sldId id="272" r:id="rId9"/>
    <p:sldId id="273" r:id="rId10"/>
    <p:sldId id="26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F927C-7E08-4EC3-8F2D-81EEABB0D2E2}" v="222" dt="2025-07-25T09:27:54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Nandan" userId="d697e81d-d3c2-4e2d-b758-02604ce8175c" providerId="ADAL" clId="{B21F927C-7E08-4EC3-8F2D-81EEABB0D2E2}"/>
    <pc:docChg chg="undo custSel addSld delSld modSld sldOrd">
      <pc:chgData name="Kumar, Nandan" userId="d697e81d-d3c2-4e2d-b758-02604ce8175c" providerId="ADAL" clId="{B21F927C-7E08-4EC3-8F2D-81EEABB0D2E2}" dt="2025-08-25T08:57:15.328" v="1368" actId="1076"/>
      <pc:docMkLst>
        <pc:docMk/>
      </pc:docMkLst>
      <pc:sldChg chg="addSp delSp modSp mod">
        <pc:chgData name="Kumar, Nandan" userId="d697e81d-d3c2-4e2d-b758-02604ce8175c" providerId="ADAL" clId="{B21F927C-7E08-4EC3-8F2D-81EEABB0D2E2}" dt="2025-08-25T08:57:15.328" v="1368" actId="1076"/>
        <pc:sldMkLst>
          <pc:docMk/>
          <pc:sldMk cId="1053806023" sldId="256"/>
        </pc:sldMkLst>
        <pc:spChg chg="mod">
          <ac:chgData name="Kumar, Nandan" userId="d697e81d-d3c2-4e2d-b758-02604ce8175c" providerId="ADAL" clId="{B21F927C-7E08-4EC3-8F2D-81EEABB0D2E2}" dt="2025-07-18T04:10:38.512" v="1304" actId="26606"/>
          <ac:spMkLst>
            <pc:docMk/>
            <pc:sldMk cId="1053806023" sldId="256"/>
            <ac:spMk id="2" creationId="{F01DF10A-D4F9-F844-6BD9-A92BF401C290}"/>
          </ac:spMkLst>
        </pc:spChg>
        <pc:spChg chg="mod">
          <ac:chgData name="Kumar, Nandan" userId="d697e81d-d3c2-4e2d-b758-02604ce8175c" providerId="ADAL" clId="{B21F927C-7E08-4EC3-8F2D-81EEABB0D2E2}" dt="2025-08-25T08:57:15.328" v="1368" actId="1076"/>
          <ac:spMkLst>
            <pc:docMk/>
            <pc:sldMk cId="1053806023" sldId="256"/>
            <ac:spMk id="3" creationId="{1A32932F-E522-9816-586D-99D2D8B14D4D}"/>
          </ac:spMkLst>
        </pc:spChg>
        <pc:spChg chg="add">
          <ac:chgData name="Kumar, Nandan" userId="d697e81d-d3c2-4e2d-b758-02604ce8175c" providerId="ADAL" clId="{B21F927C-7E08-4EC3-8F2D-81EEABB0D2E2}" dt="2025-07-18T04:10:38.512" v="1304" actId="26606"/>
          <ac:spMkLst>
            <pc:docMk/>
            <pc:sldMk cId="1053806023" sldId="256"/>
            <ac:spMk id="66" creationId="{47942995-B07F-4636-9A06-C6A104B260A8}"/>
          </ac:spMkLst>
        </pc:spChg>
        <pc:spChg chg="add">
          <ac:chgData name="Kumar, Nandan" userId="d697e81d-d3c2-4e2d-b758-02604ce8175c" providerId="ADAL" clId="{B21F927C-7E08-4EC3-8F2D-81EEABB0D2E2}" dt="2025-07-18T04:10:38.512" v="1304" actId="26606"/>
          <ac:spMkLst>
            <pc:docMk/>
            <pc:sldMk cId="1053806023" sldId="256"/>
            <ac:spMk id="67" creationId="{B81933D1-5615-42C7-9C0B-4EB7105CCE2D}"/>
          </ac:spMkLst>
        </pc:spChg>
        <pc:spChg chg="add">
          <ac:chgData name="Kumar, Nandan" userId="d697e81d-d3c2-4e2d-b758-02604ce8175c" providerId="ADAL" clId="{B21F927C-7E08-4EC3-8F2D-81EEABB0D2E2}" dt="2025-07-18T04:10:38.512" v="1304" actId="26606"/>
          <ac:spMkLst>
            <pc:docMk/>
            <pc:sldMk cId="1053806023" sldId="256"/>
            <ac:spMk id="69" creationId="{19C9EAEA-39D0-4B0E-A0EB-51E7B26740B1}"/>
          </ac:spMkLst>
        </pc:spChg>
        <pc:grpChg chg="add">
          <ac:chgData name="Kumar, Nandan" userId="d697e81d-d3c2-4e2d-b758-02604ce8175c" providerId="ADAL" clId="{B21F927C-7E08-4EC3-8F2D-81EEABB0D2E2}" dt="2025-07-18T04:10:38.512" v="1304" actId="26606"/>
          <ac:grpSpMkLst>
            <pc:docMk/>
            <pc:sldMk cId="1053806023" sldId="256"/>
            <ac:grpSpMk id="68" creationId="{032D8612-31EB-44CF-A1D0-14FD4C705424}"/>
          </ac:grpSpMkLst>
        </pc:grpChg>
        <pc:picChg chg="mod">
          <ac:chgData name="Kumar, Nandan" userId="d697e81d-d3c2-4e2d-b758-02604ce8175c" providerId="ADAL" clId="{B21F927C-7E08-4EC3-8F2D-81EEABB0D2E2}" dt="2025-07-18T04:10:38.512" v="1304" actId="26606"/>
          <ac:picMkLst>
            <pc:docMk/>
            <pc:sldMk cId="1053806023" sldId="256"/>
            <ac:picMk id="7" creationId="{2870D38C-9CAE-F4A1-B4BC-8A09BC97903C}"/>
          </ac:picMkLst>
        </pc:picChg>
      </pc:sldChg>
      <pc:sldChg chg="del">
        <pc:chgData name="Kumar, Nandan" userId="d697e81d-d3c2-4e2d-b758-02604ce8175c" providerId="ADAL" clId="{B21F927C-7E08-4EC3-8F2D-81EEABB0D2E2}" dt="2025-07-17T16:35:03.983" v="0" actId="2696"/>
        <pc:sldMkLst>
          <pc:docMk/>
          <pc:sldMk cId="1939214507" sldId="258"/>
        </pc:sldMkLst>
      </pc:sldChg>
      <pc:sldChg chg="modTransition">
        <pc:chgData name="Kumar, Nandan" userId="d697e81d-d3c2-4e2d-b758-02604ce8175c" providerId="ADAL" clId="{B21F927C-7E08-4EC3-8F2D-81EEABB0D2E2}" dt="2025-07-18T04:12:13.914" v="1326"/>
        <pc:sldMkLst>
          <pc:docMk/>
          <pc:sldMk cId="2861331011" sldId="259"/>
        </pc:sldMkLst>
      </pc:sldChg>
      <pc:sldChg chg="modTransition">
        <pc:chgData name="Kumar, Nandan" userId="d697e81d-d3c2-4e2d-b758-02604ce8175c" providerId="ADAL" clId="{B21F927C-7E08-4EC3-8F2D-81EEABB0D2E2}" dt="2025-07-18T04:11:13.322" v="1307"/>
        <pc:sldMkLst>
          <pc:docMk/>
          <pc:sldMk cId="1151423285" sldId="261"/>
        </pc:sldMkLst>
      </pc:sldChg>
      <pc:sldChg chg="addSp delSp modSp mod">
        <pc:chgData name="Kumar, Nandan" userId="d697e81d-d3c2-4e2d-b758-02604ce8175c" providerId="ADAL" clId="{B21F927C-7E08-4EC3-8F2D-81EEABB0D2E2}" dt="2025-07-18T03:34:44.298" v="949" actId="207"/>
        <pc:sldMkLst>
          <pc:docMk/>
          <pc:sldMk cId="488549845" sldId="262"/>
        </pc:sldMkLst>
        <pc:spChg chg="add mod">
          <ac:chgData name="Kumar, Nandan" userId="d697e81d-d3c2-4e2d-b758-02604ce8175c" providerId="ADAL" clId="{B21F927C-7E08-4EC3-8F2D-81EEABB0D2E2}" dt="2025-07-18T03:27:34.543" v="918" actId="1076"/>
          <ac:spMkLst>
            <pc:docMk/>
            <pc:sldMk cId="488549845" sldId="262"/>
            <ac:spMk id="4" creationId="{79D2B84E-D0E1-22BA-D939-6459430092AE}"/>
          </ac:spMkLst>
        </pc:spChg>
        <pc:spChg chg="add mod">
          <ac:chgData name="Kumar, Nandan" userId="d697e81d-d3c2-4e2d-b758-02604ce8175c" providerId="ADAL" clId="{B21F927C-7E08-4EC3-8F2D-81EEABB0D2E2}" dt="2025-07-18T03:27:34.118" v="917" actId="1076"/>
          <ac:spMkLst>
            <pc:docMk/>
            <pc:sldMk cId="488549845" sldId="262"/>
            <ac:spMk id="5" creationId="{F58A3A66-00B3-087D-8813-8CEF6EC2BA34}"/>
          </ac:spMkLst>
        </pc:spChg>
        <pc:spChg chg="add mod">
          <ac:chgData name="Kumar, Nandan" userId="d697e81d-d3c2-4e2d-b758-02604ce8175c" providerId="ADAL" clId="{B21F927C-7E08-4EC3-8F2D-81EEABB0D2E2}" dt="2025-07-18T03:23:23.514" v="882" actId="207"/>
          <ac:spMkLst>
            <pc:docMk/>
            <pc:sldMk cId="488549845" sldId="262"/>
            <ac:spMk id="8" creationId="{80D99E27-0381-6FB9-39B1-D125FF356A6B}"/>
          </ac:spMkLst>
        </pc:spChg>
        <pc:spChg chg="add mod">
          <ac:chgData name="Kumar, Nandan" userId="d697e81d-d3c2-4e2d-b758-02604ce8175c" providerId="ADAL" clId="{B21F927C-7E08-4EC3-8F2D-81EEABB0D2E2}" dt="2025-07-18T03:23:42.839" v="896" actId="20577"/>
          <ac:spMkLst>
            <pc:docMk/>
            <pc:sldMk cId="488549845" sldId="262"/>
            <ac:spMk id="9" creationId="{A3E7E26E-0ED2-F947-A2C4-F65835D5EF60}"/>
          </ac:spMkLst>
        </pc:spChg>
        <pc:spChg chg="add">
          <ac:chgData name="Kumar, Nandan" userId="d697e81d-d3c2-4e2d-b758-02604ce8175c" providerId="ADAL" clId="{B21F927C-7E08-4EC3-8F2D-81EEABB0D2E2}" dt="2025-07-18T03:33:38.323" v="926" actId="11529"/>
          <ac:spMkLst>
            <pc:docMk/>
            <pc:sldMk cId="488549845" sldId="262"/>
            <ac:spMk id="23" creationId="{5CC65172-7137-6415-0041-D15CC4BC45D9}"/>
          </ac:spMkLst>
        </pc:spChg>
        <pc:spChg chg="add mod">
          <ac:chgData name="Kumar, Nandan" userId="d697e81d-d3c2-4e2d-b758-02604ce8175c" providerId="ADAL" clId="{B21F927C-7E08-4EC3-8F2D-81EEABB0D2E2}" dt="2025-07-18T03:34:44.298" v="949" actId="207"/>
          <ac:spMkLst>
            <pc:docMk/>
            <pc:sldMk cId="488549845" sldId="262"/>
            <ac:spMk id="25" creationId="{3A887925-A691-3699-A45A-DCA08CCA32B4}"/>
          </ac:spMkLst>
        </pc:spChg>
        <pc:graphicFrameChg chg="mod">
          <ac:chgData name="Kumar, Nandan" userId="d697e81d-d3c2-4e2d-b758-02604ce8175c" providerId="ADAL" clId="{B21F927C-7E08-4EC3-8F2D-81EEABB0D2E2}" dt="2025-07-18T03:28:09.113" v="919" actId="14100"/>
          <ac:graphicFrameMkLst>
            <pc:docMk/>
            <pc:sldMk cId="488549845" sldId="262"/>
            <ac:graphicFrameMk id="2" creationId="{D773B412-C360-0063-3676-4A094945A77A}"/>
          </ac:graphicFrameMkLst>
        </pc:graphicFrameChg>
        <pc:cxnChg chg="add mod">
          <ac:chgData name="Kumar, Nandan" userId="d697e81d-d3c2-4e2d-b758-02604ce8175c" providerId="ADAL" clId="{B21F927C-7E08-4EC3-8F2D-81EEABB0D2E2}" dt="2025-07-18T03:27:32.342" v="916" actId="1076"/>
          <ac:cxnSpMkLst>
            <pc:docMk/>
            <pc:sldMk cId="488549845" sldId="262"/>
            <ac:cxnSpMk id="7" creationId="{38CB985A-A09F-3CDB-B36B-9E306AE248E9}"/>
          </ac:cxnSpMkLst>
        </pc:cxnChg>
      </pc:sldChg>
      <pc:sldChg chg="modTransition">
        <pc:chgData name="Kumar, Nandan" userId="d697e81d-d3c2-4e2d-b758-02604ce8175c" providerId="ADAL" clId="{B21F927C-7E08-4EC3-8F2D-81EEABB0D2E2}" dt="2025-07-18T04:12:30.361" v="1332"/>
        <pc:sldMkLst>
          <pc:docMk/>
          <pc:sldMk cId="145938085" sldId="264"/>
        </pc:sldMkLst>
      </pc:sldChg>
      <pc:sldChg chg="modSp mod modTransition">
        <pc:chgData name="Kumar, Nandan" userId="d697e81d-d3c2-4e2d-b758-02604ce8175c" providerId="ADAL" clId="{B21F927C-7E08-4EC3-8F2D-81EEABB0D2E2}" dt="2025-07-18T04:12:35.419" v="1334"/>
        <pc:sldMkLst>
          <pc:docMk/>
          <pc:sldMk cId="517014224" sldId="266"/>
        </pc:sldMkLst>
        <pc:spChg chg="mod">
          <ac:chgData name="Kumar, Nandan" userId="d697e81d-d3c2-4e2d-b758-02604ce8175c" providerId="ADAL" clId="{B21F927C-7E08-4EC3-8F2D-81EEABB0D2E2}" dt="2025-07-17T16:36:07.545" v="31" actId="20577"/>
          <ac:spMkLst>
            <pc:docMk/>
            <pc:sldMk cId="517014224" sldId="266"/>
            <ac:spMk id="4" creationId="{1884CB39-BEF8-9ADC-5AC9-D1F8E3ADA43F}"/>
          </ac:spMkLst>
        </pc:spChg>
      </pc:sldChg>
      <pc:sldChg chg="del">
        <pc:chgData name="Kumar, Nandan" userId="d697e81d-d3c2-4e2d-b758-02604ce8175c" providerId="ADAL" clId="{B21F927C-7E08-4EC3-8F2D-81EEABB0D2E2}" dt="2025-07-17T16:45:45.427" v="581" actId="47"/>
        <pc:sldMkLst>
          <pc:docMk/>
          <pc:sldMk cId="961939964" sldId="267"/>
        </pc:sldMkLst>
      </pc:sldChg>
      <pc:sldChg chg="modSp del mod">
        <pc:chgData name="Kumar, Nandan" userId="d697e81d-d3c2-4e2d-b758-02604ce8175c" providerId="ADAL" clId="{B21F927C-7E08-4EC3-8F2D-81EEABB0D2E2}" dt="2025-07-17T16:45:43.455" v="580" actId="47"/>
        <pc:sldMkLst>
          <pc:docMk/>
          <pc:sldMk cId="4278166978" sldId="268"/>
        </pc:sldMkLst>
      </pc:sldChg>
      <pc:sldChg chg="addSp delSp modSp new mod modTransition setBg">
        <pc:chgData name="Kumar, Nandan" userId="d697e81d-d3c2-4e2d-b758-02604ce8175c" providerId="ADAL" clId="{B21F927C-7E08-4EC3-8F2D-81EEABB0D2E2}" dt="2025-07-25T09:26:41.691" v="1363" actId="27957"/>
        <pc:sldMkLst>
          <pc:docMk/>
          <pc:sldMk cId="1748004497" sldId="269"/>
        </pc:sldMkLst>
        <pc:spChg chg="mod">
          <ac:chgData name="Kumar, Nandan" userId="d697e81d-d3c2-4e2d-b758-02604ce8175c" providerId="ADAL" clId="{B21F927C-7E08-4EC3-8F2D-81EEABB0D2E2}" dt="2025-07-17T16:45:06.382" v="575" actId="26606"/>
          <ac:spMkLst>
            <pc:docMk/>
            <pc:sldMk cId="1748004497" sldId="269"/>
            <ac:spMk id="2" creationId="{1CA907F0-3B22-0637-0135-994D69A66F2E}"/>
          </ac:spMkLst>
        </pc:spChg>
        <pc:spChg chg="add">
          <ac:chgData name="Kumar, Nandan" userId="d697e81d-d3c2-4e2d-b758-02604ce8175c" providerId="ADAL" clId="{B21F927C-7E08-4EC3-8F2D-81EEABB0D2E2}" dt="2025-07-17T16:45:06.382" v="575" actId="26606"/>
          <ac:spMkLst>
            <pc:docMk/>
            <pc:sldMk cId="1748004497" sldId="269"/>
            <ac:spMk id="19" creationId="{BACC6370-2D7E-4714-9D71-7542949D7D5D}"/>
          </ac:spMkLst>
        </pc:spChg>
        <pc:spChg chg="add">
          <ac:chgData name="Kumar, Nandan" userId="d697e81d-d3c2-4e2d-b758-02604ce8175c" providerId="ADAL" clId="{B21F927C-7E08-4EC3-8F2D-81EEABB0D2E2}" dt="2025-07-17T16:45:06.382" v="575" actId="26606"/>
          <ac:spMkLst>
            <pc:docMk/>
            <pc:sldMk cId="1748004497" sldId="269"/>
            <ac:spMk id="20" creationId="{F68B3F68-107C-434F-AA38-110D5EA91B85}"/>
          </ac:spMkLst>
        </pc:spChg>
        <pc:spChg chg="add">
          <ac:chgData name="Kumar, Nandan" userId="d697e81d-d3c2-4e2d-b758-02604ce8175c" providerId="ADAL" clId="{B21F927C-7E08-4EC3-8F2D-81EEABB0D2E2}" dt="2025-07-17T16:45:06.382" v="575" actId="26606"/>
          <ac:spMkLst>
            <pc:docMk/>
            <pc:sldMk cId="1748004497" sldId="269"/>
            <ac:spMk id="21" creationId="{AAD0DBB9-1A4B-4391-81D4-CB19F9AB918A}"/>
          </ac:spMkLst>
        </pc:spChg>
        <pc:spChg chg="add">
          <ac:chgData name="Kumar, Nandan" userId="d697e81d-d3c2-4e2d-b758-02604ce8175c" providerId="ADAL" clId="{B21F927C-7E08-4EC3-8F2D-81EEABB0D2E2}" dt="2025-07-17T16:45:06.382" v="575" actId="26606"/>
          <ac:spMkLst>
            <pc:docMk/>
            <pc:sldMk cId="1748004497" sldId="269"/>
            <ac:spMk id="22" creationId="{063BBA22-50EA-4C4D-BE05-F1CE4E63AA56}"/>
          </ac:spMkLst>
        </pc:spChg>
        <pc:graphicFrameChg chg="add mod">
          <ac:chgData name="Kumar, Nandan" userId="d697e81d-d3c2-4e2d-b758-02604ce8175c" providerId="ADAL" clId="{B21F927C-7E08-4EC3-8F2D-81EEABB0D2E2}" dt="2025-07-25T09:26:41.691" v="1363" actId="27957"/>
          <ac:graphicFrameMkLst>
            <pc:docMk/>
            <pc:sldMk cId="1748004497" sldId="269"/>
            <ac:graphicFrameMk id="23" creationId="{C27C348A-A83D-D3C7-336E-D21E2950E1EA}"/>
          </ac:graphicFrameMkLst>
        </pc:graphicFrameChg>
      </pc:sldChg>
      <pc:sldChg chg="new del">
        <pc:chgData name="Kumar, Nandan" userId="d697e81d-d3c2-4e2d-b758-02604ce8175c" providerId="ADAL" clId="{B21F927C-7E08-4EC3-8F2D-81EEABB0D2E2}" dt="2025-07-18T03:51:01.968" v="1193" actId="2696"/>
        <pc:sldMkLst>
          <pc:docMk/>
          <pc:sldMk cId="1170497236" sldId="270"/>
        </pc:sldMkLst>
      </pc:sldChg>
      <pc:sldChg chg="addSp delSp modSp new mod modTransition setBg">
        <pc:chgData name="Kumar, Nandan" userId="d697e81d-d3c2-4e2d-b758-02604ce8175c" providerId="ADAL" clId="{B21F927C-7E08-4EC3-8F2D-81EEABB0D2E2}" dt="2025-07-25T09:27:54.442" v="1366"/>
        <pc:sldMkLst>
          <pc:docMk/>
          <pc:sldMk cId="3564179147" sldId="271"/>
        </pc:sldMkLst>
        <pc:spChg chg="mod">
          <ac:chgData name="Kumar, Nandan" userId="d697e81d-d3c2-4e2d-b758-02604ce8175c" providerId="ADAL" clId="{B21F927C-7E08-4EC3-8F2D-81EEABB0D2E2}" dt="2025-07-18T03:43:47.727" v="987" actId="26606"/>
          <ac:spMkLst>
            <pc:docMk/>
            <pc:sldMk cId="3564179147" sldId="271"/>
            <ac:spMk id="2" creationId="{BFA255CB-02DC-B356-BBF8-341B7E9A10B5}"/>
          </ac:spMkLst>
        </pc:spChg>
        <pc:spChg chg="add">
          <ac:chgData name="Kumar, Nandan" userId="d697e81d-d3c2-4e2d-b758-02604ce8175c" providerId="ADAL" clId="{B21F927C-7E08-4EC3-8F2D-81EEABB0D2E2}" dt="2025-07-18T03:43:47.727" v="987" actId="26606"/>
          <ac:spMkLst>
            <pc:docMk/>
            <pc:sldMk cId="3564179147" sldId="271"/>
            <ac:spMk id="21" creationId="{BACC6370-2D7E-4714-9D71-7542949D7D5D}"/>
          </ac:spMkLst>
        </pc:spChg>
        <pc:spChg chg="add">
          <ac:chgData name="Kumar, Nandan" userId="d697e81d-d3c2-4e2d-b758-02604ce8175c" providerId="ADAL" clId="{B21F927C-7E08-4EC3-8F2D-81EEABB0D2E2}" dt="2025-07-18T03:43:47.727" v="987" actId="26606"/>
          <ac:spMkLst>
            <pc:docMk/>
            <pc:sldMk cId="3564179147" sldId="271"/>
            <ac:spMk id="22" creationId="{F68B3F68-107C-434F-AA38-110D5EA91B85}"/>
          </ac:spMkLst>
        </pc:spChg>
        <pc:spChg chg="add">
          <ac:chgData name="Kumar, Nandan" userId="d697e81d-d3c2-4e2d-b758-02604ce8175c" providerId="ADAL" clId="{B21F927C-7E08-4EC3-8F2D-81EEABB0D2E2}" dt="2025-07-18T03:43:47.727" v="987" actId="26606"/>
          <ac:spMkLst>
            <pc:docMk/>
            <pc:sldMk cId="3564179147" sldId="271"/>
            <ac:spMk id="23" creationId="{AAD0DBB9-1A4B-4391-81D4-CB19F9AB918A}"/>
          </ac:spMkLst>
        </pc:spChg>
        <pc:spChg chg="add">
          <ac:chgData name="Kumar, Nandan" userId="d697e81d-d3c2-4e2d-b758-02604ce8175c" providerId="ADAL" clId="{B21F927C-7E08-4EC3-8F2D-81EEABB0D2E2}" dt="2025-07-18T03:43:47.727" v="987" actId="26606"/>
          <ac:spMkLst>
            <pc:docMk/>
            <pc:sldMk cId="3564179147" sldId="271"/>
            <ac:spMk id="24" creationId="{063BBA22-50EA-4C4D-BE05-F1CE4E63AA56}"/>
          </ac:spMkLst>
        </pc:spChg>
        <pc:graphicFrameChg chg="add mod">
          <ac:chgData name="Kumar, Nandan" userId="d697e81d-d3c2-4e2d-b758-02604ce8175c" providerId="ADAL" clId="{B21F927C-7E08-4EC3-8F2D-81EEABB0D2E2}" dt="2025-07-25T09:27:54.442" v="1366"/>
          <ac:graphicFrameMkLst>
            <pc:docMk/>
            <pc:sldMk cId="3564179147" sldId="271"/>
            <ac:graphicFrameMk id="25" creationId="{853C36F6-F7F2-2E60-861C-C5E4A0FD3791}"/>
          </ac:graphicFrameMkLst>
        </pc:graphicFrameChg>
      </pc:sldChg>
      <pc:sldChg chg="addSp delSp modSp new mod ord modTransition setBg">
        <pc:chgData name="Kumar, Nandan" userId="d697e81d-d3c2-4e2d-b758-02604ce8175c" providerId="ADAL" clId="{B21F927C-7E08-4EC3-8F2D-81EEABB0D2E2}" dt="2025-07-18T04:13:23.377" v="1345"/>
        <pc:sldMkLst>
          <pc:docMk/>
          <pc:sldMk cId="1702630619" sldId="272"/>
        </pc:sldMkLst>
        <pc:spChg chg="mod">
          <ac:chgData name="Kumar, Nandan" userId="d697e81d-d3c2-4e2d-b758-02604ce8175c" providerId="ADAL" clId="{B21F927C-7E08-4EC3-8F2D-81EEABB0D2E2}" dt="2025-07-18T03:50:51.229" v="1192" actId="26606"/>
          <ac:spMkLst>
            <pc:docMk/>
            <pc:sldMk cId="1702630619" sldId="272"/>
            <ac:spMk id="2" creationId="{325B6CC8-8F16-10D2-9D38-2C9C6078900A}"/>
          </ac:spMkLst>
        </pc:spChg>
        <pc:spChg chg="add">
          <ac:chgData name="Kumar, Nandan" userId="d697e81d-d3c2-4e2d-b758-02604ce8175c" providerId="ADAL" clId="{B21F927C-7E08-4EC3-8F2D-81EEABB0D2E2}" dt="2025-07-18T03:50:51.229" v="1192" actId="26606"/>
          <ac:spMkLst>
            <pc:docMk/>
            <pc:sldMk cId="1702630619" sldId="272"/>
            <ac:spMk id="68" creationId="{BACC6370-2D7E-4714-9D71-7542949D7D5D}"/>
          </ac:spMkLst>
        </pc:spChg>
        <pc:spChg chg="add">
          <ac:chgData name="Kumar, Nandan" userId="d697e81d-d3c2-4e2d-b758-02604ce8175c" providerId="ADAL" clId="{B21F927C-7E08-4EC3-8F2D-81EEABB0D2E2}" dt="2025-07-18T03:50:51.229" v="1192" actId="26606"/>
          <ac:spMkLst>
            <pc:docMk/>
            <pc:sldMk cId="1702630619" sldId="272"/>
            <ac:spMk id="69" creationId="{F68B3F68-107C-434F-AA38-110D5EA91B85}"/>
          </ac:spMkLst>
        </pc:spChg>
        <pc:spChg chg="add">
          <ac:chgData name="Kumar, Nandan" userId="d697e81d-d3c2-4e2d-b758-02604ce8175c" providerId="ADAL" clId="{B21F927C-7E08-4EC3-8F2D-81EEABB0D2E2}" dt="2025-07-18T03:50:51.229" v="1192" actId="26606"/>
          <ac:spMkLst>
            <pc:docMk/>
            <pc:sldMk cId="1702630619" sldId="272"/>
            <ac:spMk id="70" creationId="{AAD0DBB9-1A4B-4391-81D4-CB19F9AB918A}"/>
          </ac:spMkLst>
        </pc:spChg>
        <pc:spChg chg="add">
          <ac:chgData name="Kumar, Nandan" userId="d697e81d-d3c2-4e2d-b758-02604ce8175c" providerId="ADAL" clId="{B21F927C-7E08-4EC3-8F2D-81EEABB0D2E2}" dt="2025-07-18T03:50:51.229" v="1192" actId="26606"/>
          <ac:spMkLst>
            <pc:docMk/>
            <pc:sldMk cId="1702630619" sldId="272"/>
            <ac:spMk id="71" creationId="{063BBA22-50EA-4C4D-BE05-F1CE4E63AA56}"/>
          </ac:spMkLst>
        </pc:spChg>
        <pc:graphicFrameChg chg="add">
          <ac:chgData name="Kumar, Nandan" userId="d697e81d-d3c2-4e2d-b758-02604ce8175c" providerId="ADAL" clId="{B21F927C-7E08-4EC3-8F2D-81EEABB0D2E2}" dt="2025-07-18T03:50:51.229" v="1192" actId="26606"/>
          <ac:graphicFrameMkLst>
            <pc:docMk/>
            <pc:sldMk cId="1702630619" sldId="272"/>
            <ac:graphicFrameMk id="72" creationId="{0E892656-0517-667E-B0E5-FA6CE6A3C3D1}"/>
          </ac:graphicFrameMkLst>
        </pc:graphicFrameChg>
      </pc:sldChg>
      <pc:sldChg chg="addSp delSp modSp new del mod">
        <pc:chgData name="Kumar, Nandan" userId="d697e81d-d3c2-4e2d-b758-02604ce8175c" providerId="ADAL" clId="{B21F927C-7E08-4EC3-8F2D-81EEABB0D2E2}" dt="2025-07-18T04:09:14.219" v="1278" actId="2696"/>
        <pc:sldMkLst>
          <pc:docMk/>
          <pc:sldMk cId="1660435285" sldId="273"/>
        </pc:sldMkLst>
      </pc:sldChg>
      <pc:sldChg chg="addSp delSp modSp new mod modTransition setBg">
        <pc:chgData name="Kumar, Nandan" userId="d697e81d-d3c2-4e2d-b758-02604ce8175c" providerId="ADAL" clId="{B21F927C-7E08-4EC3-8F2D-81EEABB0D2E2}" dt="2025-07-18T04:14:42.322" v="1362"/>
        <pc:sldMkLst>
          <pc:docMk/>
          <pc:sldMk cId="3078951383" sldId="273"/>
        </pc:sldMkLst>
        <pc:spChg chg="mod">
          <ac:chgData name="Kumar, Nandan" userId="d697e81d-d3c2-4e2d-b758-02604ce8175c" providerId="ADAL" clId="{B21F927C-7E08-4EC3-8F2D-81EEABB0D2E2}" dt="2025-07-18T04:10:18.581" v="1301" actId="26606"/>
          <ac:spMkLst>
            <pc:docMk/>
            <pc:sldMk cId="3078951383" sldId="273"/>
            <ac:spMk id="2" creationId="{25CDA1C7-FF07-BFCA-D86F-7EC3E1B0860D}"/>
          </ac:spMkLst>
        </pc:spChg>
        <pc:spChg chg="add">
          <ac:chgData name="Kumar, Nandan" userId="d697e81d-d3c2-4e2d-b758-02604ce8175c" providerId="ADAL" clId="{B21F927C-7E08-4EC3-8F2D-81EEABB0D2E2}" dt="2025-07-18T04:10:18.581" v="1301" actId="26606"/>
          <ac:spMkLst>
            <pc:docMk/>
            <pc:sldMk cId="3078951383" sldId="273"/>
            <ac:spMk id="38" creationId="{A3363022-C969-41E9-8EB2-E4C94908C1FA}"/>
          </ac:spMkLst>
        </pc:spChg>
        <pc:spChg chg="add">
          <ac:chgData name="Kumar, Nandan" userId="d697e81d-d3c2-4e2d-b758-02604ce8175c" providerId="ADAL" clId="{B21F927C-7E08-4EC3-8F2D-81EEABB0D2E2}" dt="2025-07-18T04:10:18.581" v="1301" actId="26606"/>
          <ac:spMkLst>
            <pc:docMk/>
            <pc:sldMk cId="3078951383" sldId="273"/>
            <ac:spMk id="39" creationId="{8D1AD6B3-BE88-4CEB-BA17-790657CC4729}"/>
          </ac:spMkLst>
        </pc:spChg>
        <pc:grpChg chg="add">
          <ac:chgData name="Kumar, Nandan" userId="d697e81d-d3c2-4e2d-b758-02604ce8175c" providerId="ADAL" clId="{B21F927C-7E08-4EC3-8F2D-81EEABB0D2E2}" dt="2025-07-18T04:10:18.581" v="1301" actId="26606"/>
          <ac:grpSpMkLst>
            <pc:docMk/>
            <pc:sldMk cId="3078951383" sldId="273"/>
            <ac:grpSpMk id="41" creationId="{89D1390B-7E13-4B4F-9CB2-391063412E54}"/>
          </ac:grpSpMkLst>
        </pc:grpChg>
        <pc:picChg chg="add">
          <ac:chgData name="Kumar, Nandan" userId="d697e81d-d3c2-4e2d-b758-02604ce8175c" providerId="ADAL" clId="{B21F927C-7E08-4EC3-8F2D-81EEABB0D2E2}" dt="2025-07-18T04:10:18.581" v="1301" actId="26606"/>
          <ac:picMkLst>
            <pc:docMk/>
            <pc:sldMk cId="3078951383" sldId="273"/>
            <ac:picMk id="40" creationId="{614E46DB-7A75-5BF2-89D9-22A548CC865B}"/>
          </ac:picMkLst>
        </pc:picChg>
      </pc:sldChg>
      <pc:sldChg chg="new">
        <pc:chgData name="Kumar, Nandan" userId="d697e81d-d3c2-4e2d-b758-02604ce8175c" providerId="ADAL" clId="{B21F927C-7E08-4EC3-8F2D-81EEABB0D2E2}" dt="2025-07-25T09:28:16.905" v="1367" actId="680"/>
        <pc:sldMkLst>
          <pc:docMk/>
          <pc:sldMk cId="2906033399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99173-D7F8-47F5-8DC4-FE94320368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AE88C8-5738-4FD4-825D-EEC69FE7F5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simple 3D survival game</a:t>
          </a:r>
        </a:p>
      </dgm:t>
    </dgm:pt>
    <dgm:pt modelId="{D537896E-FA22-4729-995E-588576EAB428}" type="parTrans" cxnId="{571571A9-F266-4150-803F-10C46D997754}">
      <dgm:prSet/>
      <dgm:spPr/>
      <dgm:t>
        <a:bodyPr/>
        <a:lstStyle/>
        <a:p>
          <a:endParaRPr lang="en-US"/>
        </a:p>
      </dgm:t>
    </dgm:pt>
    <dgm:pt modelId="{1CF54369-0760-493F-B0ED-22A95FCB9AE9}" type="sibTrans" cxnId="{571571A9-F266-4150-803F-10C46D997754}">
      <dgm:prSet/>
      <dgm:spPr/>
      <dgm:t>
        <a:bodyPr/>
        <a:lstStyle/>
        <a:p>
          <a:endParaRPr lang="en-US"/>
        </a:p>
      </dgm:t>
    </dgm:pt>
    <dgm:pt modelId="{F5577D2D-02C1-4AFD-9FD1-217C21E776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Player avoids enemies (animals &amp; zombies)</a:t>
          </a:r>
        </a:p>
      </dgm:t>
    </dgm:pt>
    <dgm:pt modelId="{9D2A42C5-C745-47A7-A05E-549AE8C79381}" type="parTrans" cxnId="{7E239F29-8F4F-4F80-89CE-A51804E9100D}">
      <dgm:prSet/>
      <dgm:spPr/>
      <dgm:t>
        <a:bodyPr/>
        <a:lstStyle/>
        <a:p>
          <a:endParaRPr lang="en-US"/>
        </a:p>
      </dgm:t>
    </dgm:pt>
    <dgm:pt modelId="{F64BCBE5-409F-4BB0-9E7B-2D00FA140297}" type="sibTrans" cxnId="{7E239F29-8F4F-4F80-89CE-A51804E9100D}">
      <dgm:prSet/>
      <dgm:spPr/>
      <dgm:t>
        <a:bodyPr/>
        <a:lstStyle/>
        <a:p>
          <a:endParaRPr lang="en-US"/>
        </a:p>
      </dgm:t>
    </dgm:pt>
    <dgm:pt modelId="{4CC48FC8-AD1B-4ECB-A26A-1DD45851D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Collects coins scattered on the map</a:t>
          </a:r>
        </a:p>
      </dgm:t>
    </dgm:pt>
    <dgm:pt modelId="{16BED2D9-EB4A-4E94-84C8-D60F961DBF41}" type="parTrans" cxnId="{D78E6AFC-AC8F-4E9F-AEE2-BCCB571FA239}">
      <dgm:prSet/>
      <dgm:spPr/>
      <dgm:t>
        <a:bodyPr/>
        <a:lstStyle/>
        <a:p>
          <a:endParaRPr lang="en-US"/>
        </a:p>
      </dgm:t>
    </dgm:pt>
    <dgm:pt modelId="{70B412CC-E185-4D45-B327-753FA24DD100}" type="sibTrans" cxnId="{D78E6AFC-AC8F-4E9F-AEE2-BCCB571FA239}">
      <dgm:prSet/>
      <dgm:spPr/>
      <dgm:t>
        <a:bodyPr/>
        <a:lstStyle/>
        <a:p>
          <a:endParaRPr lang="en-US"/>
        </a:p>
      </dgm:t>
    </dgm:pt>
    <dgm:pt modelId="{02B9CAB7-CD35-459B-8908-B59DB69A6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Reaches target location to win</a:t>
          </a:r>
        </a:p>
      </dgm:t>
    </dgm:pt>
    <dgm:pt modelId="{32E8AD1C-AF05-4AE6-A9E0-C808F6EFF19E}" type="parTrans" cxnId="{EB50F087-B7EE-49F8-A638-665A1CF608CE}">
      <dgm:prSet/>
      <dgm:spPr/>
      <dgm:t>
        <a:bodyPr/>
        <a:lstStyle/>
        <a:p>
          <a:endParaRPr lang="en-US"/>
        </a:p>
      </dgm:t>
    </dgm:pt>
    <dgm:pt modelId="{1112DC1A-DBF0-422D-8BCC-2AEF06FCF10A}" type="sibTrans" cxnId="{EB50F087-B7EE-49F8-A638-665A1CF608CE}">
      <dgm:prSet/>
      <dgm:spPr/>
      <dgm:t>
        <a:bodyPr/>
        <a:lstStyle/>
        <a:p>
          <a:endParaRPr lang="en-US"/>
        </a:p>
      </dgm:t>
    </dgm:pt>
    <dgm:pt modelId="{2A1388EB-DA08-4118-A3DF-C80236EFBF5B}" type="pres">
      <dgm:prSet presAssocID="{A8F99173-D7F8-47F5-8DC4-FE943203684A}" presName="root" presStyleCnt="0">
        <dgm:presLayoutVars>
          <dgm:dir/>
          <dgm:resizeHandles val="exact"/>
        </dgm:presLayoutVars>
      </dgm:prSet>
      <dgm:spPr/>
    </dgm:pt>
    <dgm:pt modelId="{A685908E-74FA-418A-A0D8-5E7D6D866B4A}" type="pres">
      <dgm:prSet presAssocID="{3BAE88C8-5738-4FD4-825D-EEC69FE7F56C}" presName="compNode" presStyleCnt="0"/>
      <dgm:spPr/>
    </dgm:pt>
    <dgm:pt modelId="{7B9BCA64-C0B9-4FA7-82D1-015B77E2F47C}" type="pres">
      <dgm:prSet presAssocID="{3BAE88C8-5738-4FD4-825D-EEC69FE7F5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B15A2E0-123B-4566-BCE9-FE8AA60F23BA}" type="pres">
      <dgm:prSet presAssocID="{3BAE88C8-5738-4FD4-825D-EEC69FE7F56C}" presName="spaceRect" presStyleCnt="0"/>
      <dgm:spPr/>
    </dgm:pt>
    <dgm:pt modelId="{462C59DA-1AAD-48FE-9B04-E3329E80E2E6}" type="pres">
      <dgm:prSet presAssocID="{3BAE88C8-5738-4FD4-825D-EEC69FE7F56C}" presName="textRect" presStyleLbl="revTx" presStyleIdx="0" presStyleCnt="4">
        <dgm:presLayoutVars>
          <dgm:chMax val="1"/>
          <dgm:chPref val="1"/>
        </dgm:presLayoutVars>
      </dgm:prSet>
      <dgm:spPr/>
    </dgm:pt>
    <dgm:pt modelId="{2ADC0E40-F330-46D6-B9FC-C96F6CFB1AD8}" type="pres">
      <dgm:prSet presAssocID="{1CF54369-0760-493F-B0ED-22A95FCB9AE9}" presName="sibTrans" presStyleCnt="0"/>
      <dgm:spPr/>
    </dgm:pt>
    <dgm:pt modelId="{BC2713EE-3B20-4713-9F2C-F2E832AE9D46}" type="pres">
      <dgm:prSet presAssocID="{F5577D2D-02C1-4AFD-9FD1-217C21E77640}" presName="compNode" presStyleCnt="0"/>
      <dgm:spPr/>
    </dgm:pt>
    <dgm:pt modelId="{D5162712-3AEF-4F73-85E9-EF4A9D84D498}" type="pres">
      <dgm:prSet presAssocID="{F5577D2D-02C1-4AFD-9FD1-217C21E776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sshopper"/>
        </a:ext>
      </dgm:extLst>
    </dgm:pt>
    <dgm:pt modelId="{818E3445-F748-4416-9453-C1227A31437E}" type="pres">
      <dgm:prSet presAssocID="{F5577D2D-02C1-4AFD-9FD1-217C21E77640}" presName="spaceRect" presStyleCnt="0"/>
      <dgm:spPr/>
    </dgm:pt>
    <dgm:pt modelId="{6FB6513B-7256-4A9A-BC9B-6B8F1DBE5A83}" type="pres">
      <dgm:prSet presAssocID="{F5577D2D-02C1-4AFD-9FD1-217C21E77640}" presName="textRect" presStyleLbl="revTx" presStyleIdx="1" presStyleCnt="4">
        <dgm:presLayoutVars>
          <dgm:chMax val="1"/>
          <dgm:chPref val="1"/>
        </dgm:presLayoutVars>
      </dgm:prSet>
      <dgm:spPr/>
    </dgm:pt>
    <dgm:pt modelId="{8B493E08-4E85-4261-A32B-486D4987D4AE}" type="pres">
      <dgm:prSet presAssocID="{F64BCBE5-409F-4BB0-9E7B-2D00FA140297}" presName="sibTrans" presStyleCnt="0"/>
      <dgm:spPr/>
    </dgm:pt>
    <dgm:pt modelId="{80197340-2788-4C79-B774-142D0F027639}" type="pres">
      <dgm:prSet presAssocID="{4CC48FC8-AD1B-4ECB-A26A-1DD45851D564}" presName="compNode" presStyleCnt="0"/>
      <dgm:spPr/>
    </dgm:pt>
    <dgm:pt modelId="{FAB10641-447D-4098-A0A2-0AA9814284B9}" type="pres">
      <dgm:prSet presAssocID="{4CC48FC8-AD1B-4ECB-A26A-1DD45851D5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5F3F172E-EB30-40E6-AF59-5DED5A05FB81}" type="pres">
      <dgm:prSet presAssocID="{4CC48FC8-AD1B-4ECB-A26A-1DD45851D564}" presName="spaceRect" presStyleCnt="0"/>
      <dgm:spPr/>
    </dgm:pt>
    <dgm:pt modelId="{B83112AD-83BB-4402-8A16-3D72F65D6186}" type="pres">
      <dgm:prSet presAssocID="{4CC48FC8-AD1B-4ECB-A26A-1DD45851D564}" presName="textRect" presStyleLbl="revTx" presStyleIdx="2" presStyleCnt="4">
        <dgm:presLayoutVars>
          <dgm:chMax val="1"/>
          <dgm:chPref val="1"/>
        </dgm:presLayoutVars>
      </dgm:prSet>
      <dgm:spPr/>
    </dgm:pt>
    <dgm:pt modelId="{DB6B43EC-1902-4C4A-9C6D-0869BABB6798}" type="pres">
      <dgm:prSet presAssocID="{70B412CC-E185-4D45-B327-753FA24DD100}" presName="sibTrans" presStyleCnt="0"/>
      <dgm:spPr/>
    </dgm:pt>
    <dgm:pt modelId="{5AF42E4A-EC5E-4188-88C4-D962BC3D8AF8}" type="pres">
      <dgm:prSet presAssocID="{02B9CAB7-CD35-459B-8908-B59DB69A6702}" presName="compNode" presStyleCnt="0"/>
      <dgm:spPr/>
    </dgm:pt>
    <dgm:pt modelId="{3923E0D3-B746-40D6-853A-21D7CD324513}" type="pres">
      <dgm:prSet presAssocID="{02B9CAB7-CD35-459B-8908-B59DB69A67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7A66FADF-6DFF-42E0-BF2E-6C26CA16D84B}" type="pres">
      <dgm:prSet presAssocID="{02B9CAB7-CD35-459B-8908-B59DB69A6702}" presName="spaceRect" presStyleCnt="0"/>
      <dgm:spPr/>
    </dgm:pt>
    <dgm:pt modelId="{C2BADDAD-58C1-4681-92E0-AE0A6AA43479}" type="pres">
      <dgm:prSet presAssocID="{02B9CAB7-CD35-459B-8908-B59DB69A67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239F29-8F4F-4F80-89CE-A51804E9100D}" srcId="{A8F99173-D7F8-47F5-8DC4-FE943203684A}" destId="{F5577D2D-02C1-4AFD-9FD1-217C21E77640}" srcOrd="1" destOrd="0" parTransId="{9D2A42C5-C745-47A7-A05E-549AE8C79381}" sibTransId="{F64BCBE5-409F-4BB0-9E7B-2D00FA140297}"/>
    <dgm:cxn modelId="{29121A3A-5616-4BCF-87E4-1BA590FD8AFC}" type="presOf" srcId="{F5577D2D-02C1-4AFD-9FD1-217C21E77640}" destId="{6FB6513B-7256-4A9A-BC9B-6B8F1DBE5A83}" srcOrd="0" destOrd="0" presId="urn:microsoft.com/office/officeart/2018/2/layout/IconLabelList"/>
    <dgm:cxn modelId="{EB50F087-B7EE-49F8-A638-665A1CF608CE}" srcId="{A8F99173-D7F8-47F5-8DC4-FE943203684A}" destId="{02B9CAB7-CD35-459B-8908-B59DB69A6702}" srcOrd="3" destOrd="0" parTransId="{32E8AD1C-AF05-4AE6-A9E0-C808F6EFF19E}" sibTransId="{1112DC1A-DBF0-422D-8BCC-2AEF06FCF10A}"/>
    <dgm:cxn modelId="{FC41F58B-F4F8-4A41-929A-68DE9DB9D248}" type="presOf" srcId="{3BAE88C8-5738-4FD4-825D-EEC69FE7F56C}" destId="{462C59DA-1AAD-48FE-9B04-E3329E80E2E6}" srcOrd="0" destOrd="0" presId="urn:microsoft.com/office/officeart/2018/2/layout/IconLabelList"/>
    <dgm:cxn modelId="{571571A9-F266-4150-803F-10C46D997754}" srcId="{A8F99173-D7F8-47F5-8DC4-FE943203684A}" destId="{3BAE88C8-5738-4FD4-825D-EEC69FE7F56C}" srcOrd="0" destOrd="0" parTransId="{D537896E-FA22-4729-995E-588576EAB428}" sibTransId="{1CF54369-0760-493F-B0ED-22A95FCB9AE9}"/>
    <dgm:cxn modelId="{6C1120B8-F1A1-42BA-9A93-D09638132470}" type="presOf" srcId="{4CC48FC8-AD1B-4ECB-A26A-1DD45851D564}" destId="{B83112AD-83BB-4402-8A16-3D72F65D6186}" srcOrd="0" destOrd="0" presId="urn:microsoft.com/office/officeart/2018/2/layout/IconLabelList"/>
    <dgm:cxn modelId="{D0F97DB9-DEE8-4B3C-A64F-3A5D4D0D29EE}" type="presOf" srcId="{02B9CAB7-CD35-459B-8908-B59DB69A6702}" destId="{C2BADDAD-58C1-4681-92E0-AE0A6AA43479}" srcOrd="0" destOrd="0" presId="urn:microsoft.com/office/officeart/2018/2/layout/IconLabelList"/>
    <dgm:cxn modelId="{09C4E9EB-F79C-46C9-BDD2-AA42EE663DF3}" type="presOf" srcId="{A8F99173-D7F8-47F5-8DC4-FE943203684A}" destId="{2A1388EB-DA08-4118-A3DF-C80236EFBF5B}" srcOrd="0" destOrd="0" presId="urn:microsoft.com/office/officeart/2018/2/layout/IconLabelList"/>
    <dgm:cxn modelId="{D78E6AFC-AC8F-4E9F-AEE2-BCCB571FA239}" srcId="{A8F99173-D7F8-47F5-8DC4-FE943203684A}" destId="{4CC48FC8-AD1B-4ECB-A26A-1DD45851D564}" srcOrd="2" destOrd="0" parTransId="{16BED2D9-EB4A-4E94-84C8-D60F961DBF41}" sibTransId="{70B412CC-E185-4D45-B327-753FA24DD100}"/>
    <dgm:cxn modelId="{A66CF148-9323-4FC2-BA65-F62CDD8CACEA}" type="presParOf" srcId="{2A1388EB-DA08-4118-A3DF-C80236EFBF5B}" destId="{A685908E-74FA-418A-A0D8-5E7D6D866B4A}" srcOrd="0" destOrd="0" presId="urn:microsoft.com/office/officeart/2018/2/layout/IconLabelList"/>
    <dgm:cxn modelId="{E3358591-91D6-40EF-AE3B-665E5E86620C}" type="presParOf" srcId="{A685908E-74FA-418A-A0D8-5E7D6D866B4A}" destId="{7B9BCA64-C0B9-4FA7-82D1-015B77E2F47C}" srcOrd="0" destOrd="0" presId="urn:microsoft.com/office/officeart/2018/2/layout/IconLabelList"/>
    <dgm:cxn modelId="{EA9BBA7C-1011-4137-A5FE-07BEA88EEDE6}" type="presParOf" srcId="{A685908E-74FA-418A-A0D8-5E7D6D866B4A}" destId="{EB15A2E0-123B-4566-BCE9-FE8AA60F23BA}" srcOrd="1" destOrd="0" presId="urn:microsoft.com/office/officeart/2018/2/layout/IconLabelList"/>
    <dgm:cxn modelId="{B947039F-0746-4540-80A9-F0565DE08D39}" type="presParOf" srcId="{A685908E-74FA-418A-A0D8-5E7D6D866B4A}" destId="{462C59DA-1AAD-48FE-9B04-E3329E80E2E6}" srcOrd="2" destOrd="0" presId="urn:microsoft.com/office/officeart/2018/2/layout/IconLabelList"/>
    <dgm:cxn modelId="{9C87D266-8C77-41D3-8DB1-5AEDBD544808}" type="presParOf" srcId="{2A1388EB-DA08-4118-A3DF-C80236EFBF5B}" destId="{2ADC0E40-F330-46D6-B9FC-C96F6CFB1AD8}" srcOrd="1" destOrd="0" presId="urn:microsoft.com/office/officeart/2018/2/layout/IconLabelList"/>
    <dgm:cxn modelId="{0DBEB3A5-698A-44C6-A0EE-CBB7D991D14B}" type="presParOf" srcId="{2A1388EB-DA08-4118-A3DF-C80236EFBF5B}" destId="{BC2713EE-3B20-4713-9F2C-F2E832AE9D46}" srcOrd="2" destOrd="0" presId="urn:microsoft.com/office/officeart/2018/2/layout/IconLabelList"/>
    <dgm:cxn modelId="{ED8CD691-0E6B-4314-98A6-8C13DD7DA9BB}" type="presParOf" srcId="{BC2713EE-3B20-4713-9F2C-F2E832AE9D46}" destId="{D5162712-3AEF-4F73-85E9-EF4A9D84D498}" srcOrd="0" destOrd="0" presId="urn:microsoft.com/office/officeart/2018/2/layout/IconLabelList"/>
    <dgm:cxn modelId="{F320DD82-976D-412A-8B00-9F2F8DCC6A85}" type="presParOf" srcId="{BC2713EE-3B20-4713-9F2C-F2E832AE9D46}" destId="{818E3445-F748-4416-9453-C1227A31437E}" srcOrd="1" destOrd="0" presId="urn:microsoft.com/office/officeart/2018/2/layout/IconLabelList"/>
    <dgm:cxn modelId="{8F4EFFE1-A093-4825-A5C5-B36761269976}" type="presParOf" srcId="{BC2713EE-3B20-4713-9F2C-F2E832AE9D46}" destId="{6FB6513B-7256-4A9A-BC9B-6B8F1DBE5A83}" srcOrd="2" destOrd="0" presId="urn:microsoft.com/office/officeart/2018/2/layout/IconLabelList"/>
    <dgm:cxn modelId="{93380F9A-40ED-417D-BEA6-BF70846BE638}" type="presParOf" srcId="{2A1388EB-DA08-4118-A3DF-C80236EFBF5B}" destId="{8B493E08-4E85-4261-A32B-486D4987D4AE}" srcOrd="3" destOrd="0" presId="urn:microsoft.com/office/officeart/2018/2/layout/IconLabelList"/>
    <dgm:cxn modelId="{693174CB-73D6-456A-A02D-3601D70536C7}" type="presParOf" srcId="{2A1388EB-DA08-4118-A3DF-C80236EFBF5B}" destId="{80197340-2788-4C79-B774-142D0F027639}" srcOrd="4" destOrd="0" presId="urn:microsoft.com/office/officeart/2018/2/layout/IconLabelList"/>
    <dgm:cxn modelId="{B61B9D1D-DC74-4996-B21F-3ABB728BF6CA}" type="presParOf" srcId="{80197340-2788-4C79-B774-142D0F027639}" destId="{FAB10641-447D-4098-A0A2-0AA9814284B9}" srcOrd="0" destOrd="0" presId="urn:microsoft.com/office/officeart/2018/2/layout/IconLabelList"/>
    <dgm:cxn modelId="{86D71049-1009-4E42-93B9-A416F6CF8766}" type="presParOf" srcId="{80197340-2788-4C79-B774-142D0F027639}" destId="{5F3F172E-EB30-40E6-AF59-5DED5A05FB81}" srcOrd="1" destOrd="0" presId="urn:microsoft.com/office/officeart/2018/2/layout/IconLabelList"/>
    <dgm:cxn modelId="{80B127CE-8ECF-439E-9909-F4E86385293A}" type="presParOf" srcId="{80197340-2788-4C79-B774-142D0F027639}" destId="{B83112AD-83BB-4402-8A16-3D72F65D6186}" srcOrd="2" destOrd="0" presId="urn:microsoft.com/office/officeart/2018/2/layout/IconLabelList"/>
    <dgm:cxn modelId="{3BCCF5AC-C89C-48EC-908F-67DB01732457}" type="presParOf" srcId="{2A1388EB-DA08-4118-A3DF-C80236EFBF5B}" destId="{DB6B43EC-1902-4C4A-9C6D-0869BABB6798}" srcOrd="5" destOrd="0" presId="urn:microsoft.com/office/officeart/2018/2/layout/IconLabelList"/>
    <dgm:cxn modelId="{2B14A377-E0FE-48F5-A99A-60C0FD2ECDA4}" type="presParOf" srcId="{2A1388EB-DA08-4118-A3DF-C80236EFBF5B}" destId="{5AF42E4A-EC5E-4188-88C4-D962BC3D8AF8}" srcOrd="6" destOrd="0" presId="urn:microsoft.com/office/officeart/2018/2/layout/IconLabelList"/>
    <dgm:cxn modelId="{741482D7-C430-48CA-9EA1-4F582EA1845E}" type="presParOf" srcId="{5AF42E4A-EC5E-4188-88C4-D962BC3D8AF8}" destId="{3923E0D3-B746-40D6-853A-21D7CD324513}" srcOrd="0" destOrd="0" presId="urn:microsoft.com/office/officeart/2018/2/layout/IconLabelList"/>
    <dgm:cxn modelId="{966637FD-4288-4A97-B50F-570C34BBA784}" type="presParOf" srcId="{5AF42E4A-EC5E-4188-88C4-D962BC3D8AF8}" destId="{7A66FADF-6DFF-42E0-BF2E-6C26CA16D84B}" srcOrd="1" destOrd="0" presId="urn:microsoft.com/office/officeart/2018/2/layout/IconLabelList"/>
    <dgm:cxn modelId="{7F468488-642B-49B9-B3AC-1E06C265E76C}" type="presParOf" srcId="{5AF42E4A-EC5E-4188-88C4-D962BC3D8AF8}" destId="{C2BADDAD-58C1-4681-92E0-AE0A6AA434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BFF062-1D06-49FA-90FE-416C1044F9C3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06D33FD-1FCD-4354-B2B8-07AA44A3AAD9}">
      <dgm:prSet phldrT="[Text]"/>
      <dgm:spPr/>
      <dgm:t>
        <a:bodyPr/>
        <a:lstStyle/>
        <a:p>
          <a:r>
            <a:rPr lang="en-US" dirty="0"/>
            <a:t>Plan and Analyze</a:t>
          </a:r>
          <a:endParaRPr lang="en-IN" dirty="0"/>
        </a:p>
      </dgm:t>
    </dgm:pt>
    <dgm:pt modelId="{4CD3EF35-F7AB-4D86-B263-23186192C9F9}" type="parTrans" cxnId="{F0E072C7-C72D-4D68-AD35-C68DC082C919}">
      <dgm:prSet/>
      <dgm:spPr/>
      <dgm:t>
        <a:bodyPr/>
        <a:lstStyle/>
        <a:p>
          <a:endParaRPr lang="en-IN"/>
        </a:p>
      </dgm:t>
    </dgm:pt>
    <dgm:pt modelId="{E9F91AC2-D734-4FDD-8110-468E53DFBA63}" type="sibTrans" cxnId="{F0E072C7-C72D-4D68-AD35-C68DC082C919}">
      <dgm:prSet/>
      <dgm:spPr/>
      <dgm:t>
        <a:bodyPr/>
        <a:lstStyle/>
        <a:p>
          <a:endParaRPr lang="en-IN"/>
        </a:p>
      </dgm:t>
    </dgm:pt>
    <dgm:pt modelId="{83F821BC-5FB6-4DF1-AE48-36201ED380B4}">
      <dgm:prSet phldrT="[Text]"/>
      <dgm:spPr/>
      <dgm:t>
        <a:bodyPr/>
        <a:lstStyle/>
        <a:p>
          <a:r>
            <a:rPr lang="en-US" dirty="0"/>
            <a:t>Defined Game Rules like Player Must Survive ,Collects Coin and Reach the goal</a:t>
          </a:r>
          <a:endParaRPr lang="en-IN" dirty="0"/>
        </a:p>
      </dgm:t>
    </dgm:pt>
    <dgm:pt modelId="{3C689686-6EB6-4D58-B45D-73B0E14D6BE3}" type="parTrans" cxnId="{C61C78D3-8D55-400E-8BB1-40DFCE219769}">
      <dgm:prSet/>
      <dgm:spPr/>
      <dgm:t>
        <a:bodyPr/>
        <a:lstStyle/>
        <a:p>
          <a:endParaRPr lang="en-IN"/>
        </a:p>
      </dgm:t>
    </dgm:pt>
    <dgm:pt modelId="{2D9C7EB0-B2B6-4892-B77B-07E76A0DD2E9}" type="sibTrans" cxnId="{C61C78D3-8D55-400E-8BB1-40DFCE219769}">
      <dgm:prSet/>
      <dgm:spPr/>
      <dgm:t>
        <a:bodyPr/>
        <a:lstStyle/>
        <a:p>
          <a:endParaRPr lang="en-IN"/>
        </a:p>
      </dgm:t>
    </dgm:pt>
    <dgm:pt modelId="{E21A7044-A877-4D66-BD69-44161D6F930C}">
      <dgm:prSet phldrT="[Text]"/>
      <dgm:spPr/>
      <dgm:t>
        <a:bodyPr/>
        <a:lstStyle/>
        <a:p>
          <a:r>
            <a:rPr lang="en-US" dirty="0"/>
            <a:t>Major Module – Player, Enemies, Obstacles, Coin ,UI , Game Manager</a:t>
          </a:r>
          <a:endParaRPr lang="en-IN" dirty="0"/>
        </a:p>
      </dgm:t>
    </dgm:pt>
    <dgm:pt modelId="{B012CD7C-99C6-49B7-B9AC-550A9F578983}" type="parTrans" cxnId="{2F05AF56-0B88-4CDC-A069-1B5BD80E7295}">
      <dgm:prSet/>
      <dgm:spPr/>
      <dgm:t>
        <a:bodyPr/>
        <a:lstStyle/>
        <a:p>
          <a:endParaRPr lang="en-IN"/>
        </a:p>
      </dgm:t>
    </dgm:pt>
    <dgm:pt modelId="{73EA6ACF-BB7C-473F-9679-9FF948EE3A75}" type="sibTrans" cxnId="{2F05AF56-0B88-4CDC-A069-1B5BD80E7295}">
      <dgm:prSet/>
      <dgm:spPr/>
      <dgm:t>
        <a:bodyPr/>
        <a:lstStyle/>
        <a:p>
          <a:endParaRPr lang="en-IN"/>
        </a:p>
      </dgm:t>
    </dgm:pt>
    <dgm:pt modelId="{12A8BB52-7BC7-4A5E-8DE7-564823E07EB8}">
      <dgm:prSet phldrT="[Text]"/>
      <dgm:spPr/>
      <dgm:t>
        <a:bodyPr/>
        <a:lstStyle/>
        <a:p>
          <a:r>
            <a:rPr lang="en-US" dirty="0"/>
            <a:t>Design</a:t>
          </a:r>
          <a:endParaRPr lang="en-IN" dirty="0"/>
        </a:p>
      </dgm:t>
    </dgm:pt>
    <dgm:pt modelId="{565A570C-B942-4578-BDE6-7B36AE35E89B}" type="parTrans" cxnId="{B0D029C9-968E-49D9-B24C-40040639581D}">
      <dgm:prSet/>
      <dgm:spPr/>
      <dgm:t>
        <a:bodyPr/>
        <a:lstStyle/>
        <a:p>
          <a:endParaRPr lang="en-IN"/>
        </a:p>
      </dgm:t>
    </dgm:pt>
    <dgm:pt modelId="{3DCF7549-55A3-41C8-ADC7-AA0BC56571AA}" type="sibTrans" cxnId="{B0D029C9-968E-49D9-B24C-40040639581D}">
      <dgm:prSet/>
      <dgm:spPr/>
      <dgm:t>
        <a:bodyPr/>
        <a:lstStyle/>
        <a:p>
          <a:endParaRPr lang="en-IN"/>
        </a:p>
      </dgm:t>
    </dgm:pt>
    <dgm:pt modelId="{164720AC-B8B1-45BD-9B57-C65EAF9F8322}">
      <dgm:prSet phldrT="[Text]"/>
      <dgm:spPr/>
      <dgm:t>
        <a:bodyPr/>
        <a:lstStyle/>
        <a:p>
          <a:r>
            <a:rPr lang="en-US" dirty="0"/>
            <a:t>Designed Core Module – Enemy, Coin Manager ,UI Manager, Game Manager , player Controller, </a:t>
          </a:r>
          <a:endParaRPr lang="en-IN" dirty="0"/>
        </a:p>
      </dgm:t>
    </dgm:pt>
    <dgm:pt modelId="{F9712BB3-E146-4D0B-9490-D8CB26DBB9E2}" type="parTrans" cxnId="{9BBFB8BC-65FE-4C6F-996B-20705FFD43F1}">
      <dgm:prSet/>
      <dgm:spPr/>
      <dgm:t>
        <a:bodyPr/>
        <a:lstStyle/>
        <a:p>
          <a:endParaRPr lang="en-IN"/>
        </a:p>
      </dgm:t>
    </dgm:pt>
    <dgm:pt modelId="{C9AD4B80-12A3-4410-843B-54ABFCF24903}" type="sibTrans" cxnId="{9BBFB8BC-65FE-4C6F-996B-20705FFD43F1}">
      <dgm:prSet/>
      <dgm:spPr/>
      <dgm:t>
        <a:bodyPr/>
        <a:lstStyle/>
        <a:p>
          <a:endParaRPr lang="en-IN"/>
        </a:p>
      </dgm:t>
    </dgm:pt>
    <dgm:pt modelId="{5FAE33BA-E59A-414E-BE7B-2008DFF71F9C}">
      <dgm:prSet phldrT="[Text]"/>
      <dgm:spPr/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/>
            <a:t>Coding And Development 	</a:t>
          </a:r>
          <a:endParaRPr lang="en-IN" dirty="0"/>
        </a:p>
      </dgm:t>
    </dgm:pt>
    <dgm:pt modelId="{A53D9198-8030-43FC-B999-16AC16451A30}" type="parTrans" cxnId="{726BD75D-D8AD-43D8-A537-41FC861FDDF4}">
      <dgm:prSet/>
      <dgm:spPr/>
      <dgm:t>
        <a:bodyPr/>
        <a:lstStyle/>
        <a:p>
          <a:endParaRPr lang="en-IN"/>
        </a:p>
      </dgm:t>
    </dgm:pt>
    <dgm:pt modelId="{AF62BBB1-3437-474B-BFC1-5344FC3FDDC1}" type="sibTrans" cxnId="{726BD75D-D8AD-43D8-A537-41FC861FDDF4}">
      <dgm:prSet/>
      <dgm:spPr/>
      <dgm:t>
        <a:bodyPr/>
        <a:lstStyle/>
        <a:p>
          <a:endParaRPr lang="en-IN"/>
        </a:p>
      </dgm:t>
    </dgm:pt>
    <dgm:pt modelId="{F91E902E-890C-429C-9734-7F7D21FD48E0}">
      <dgm:prSet phldrT="[Text]"/>
      <dgm:spPr/>
      <dgm:t>
        <a:bodyPr/>
        <a:lstStyle/>
        <a:p>
          <a:r>
            <a:rPr lang="en-US" dirty="0"/>
            <a:t>Analyze  key Game Play Elements like movement of the player, Enemies ,coin Respawn Coin Collection and Win Condition </a:t>
          </a:r>
          <a:endParaRPr lang="en-IN" dirty="0"/>
        </a:p>
      </dgm:t>
    </dgm:pt>
    <dgm:pt modelId="{48E41BC9-18BB-4CDB-B0A2-046549AF0B98}" type="parTrans" cxnId="{1DF3349E-0D34-4F40-957B-1784AA2F9D5F}">
      <dgm:prSet/>
      <dgm:spPr/>
      <dgm:t>
        <a:bodyPr/>
        <a:lstStyle/>
        <a:p>
          <a:endParaRPr lang="en-IN"/>
        </a:p>
      </dgm:t>
    </dgm:pt>
    <dgm:pt modelId="{E73C0603-D15A-493B-B799-C4B78339DEEF}" type="sibTrans" cxnId="{1DF3349E-0D34-4F40-957B-1784AA2F9D5F}">
      <dgm:prSet/>
      <dgm:spPr/>
      <dgm:t>
        <a:bodyPr/>
        <a:lstStyle/>
        <a:p>
          <a:endParaRPr lang="en-IN"/>
        </a:p>
      </dgm:t>
    </dgm:pt>
    <dgm:pt modelId="{2C18A721-9F24-4FB8-B230-C1A023F2BB2E}">
      <dgm:prSet phldrT="[Text]"/>
      <dgm:spPr/>
      <dgm:t>
        <a:bodyPr/>
        <a:lstStyle/>
        <a:p>
          <a:r>
            <a:rPr lang="en-US" dirty="0"/>
            <a:t>Tools – Unity latest Version</a:t>
          </a:r>
          <a:endParaRPr lang="en-IN" dirty="0"/>
        </a:p>
      </dgm:t>
    </dgm:pt>
    <dgm:pt modelId="{71A36942-137E-4964-95B8-9D0153934899}" type="parTrans" cxnId="{1456A25D-4EA0-4F8A-B66E-4142F0B82543}">
      <dgm:prSet/>
      <dgm:spPr/>
      <dgm:t>
        <a:bodyPr/>
        <a:lstStyle/>
        <a:p>
          <a:endParaRPr lang="en-IN"/>
        </a:p>
      </dgm:t>
    </dgm:pt>
    <dgm:pt modelId="{FEED0B14-256D-46F3-B34B-F8E926332D06}" type="sibTrans" cxnId="{1456A25D-4EA0-4F8A-B66E-4142F0B82543}">
      <dgm:prSet/>
      <dgm:spPr/>
      <dgm:t>
        <a:bodyPr/>
        <a:lstStyle/>
        <a:p>
          <a:endParaRPr lang="en-IN"/>
        </a:p>
      </dgm:t>
    </dgm:pt>
    <dgm:pt modelId="{690C09A4-C6E4-4164-A7E7-A628A357974A}">
      <dgm:prSet phldrT="[Text]"/>
      <dgm:spPr/>
      <dgm:t>
        <a:bodyPr/>
        <a:lstStyle/>
        <a:p>
          <a:r>
            <a:rPr lang="en-US" dirty="0"/>
            <a:t>Defined Game play logic  - Coin Spawn/</a:t>
          </a:r>
          <a:r>
            <a:rPr lang="en-US" dirty="0" err="1"/>
            <a:t>Despawn</a:t>
          </a:r>
          <a:r>
            <a:rPr lang="en-US" dirty="0"/>
            <a:t>,  Enemy Types , different Obstacles , Player Winning Condition </a:t>
          </a:r>
          <a:endParaRPr lang="en-IN" dirty="0"/>
        </a:p>
      </dgm:t>
    </dgm:pt>
    <dgm:pt modelId="{7D86F877-4FCC-483A-80C2-AF03F9D95F20}" type="parTrans" cxnId="{62ED07DF-59FC-47CC-B32D-468763C637DC}">
      <dgm:prSet/>
      <dgm:spPr/>
      <dgm:t>
        <a:bodyPr/>
        <a:lstStyle/>
        <a:p>
          <a:endParaRPr lang="en-IN"/>
        </a:p>
      </dgm:t>
    </dgm:pt>
    <dgm:pt modelId="{47A42167-E900-410B-ADE4-CAFDDD3AB8D8}" type="sibTrans" cxnId="{62ED07DF-59FC-47CC-B32D-468763C637DC}">
      <dgm:prSet/>
      <dgm:spPr/>
      <dgm:t>
        <a:bodyPr/>
        <a:lstStyle/>
        <a:p>
          <a:endParaRPr lang="en-IN"/>
        </a:p>
      </dgm:t>
    </dgm:pt>
    <dgm:pt modelId="{D6829D2D-4A76-48B0-B590-9C4FCBDA8DE0}">
      <dgm:prSet phldrT="[Text]"/>
      <dgm:spPr/>
      <dgm:t>
        <a:bodyPr/>
        <a:lstStyle/>
        <a:p>
          <a:r>
            <a:rPr lang="en-US" dirty="0"/>
            <a:t>Plan Audio and Animation Integration later if possible </a:t>
          </a:r>
          <a:r>
            <a:rPr lang="en-US" dirty="0" err="1"/>
            <a:t>Mocopi</a:t>
          </a:r>
          <a:r>
            <a:rPr lang="en-US" dirty="0"/>
            <a:t> Device Integration.</a:t>
          </a:r>
          <a:endParaRPr lang="en-IN" dirty="0"/>
        </a:p>
      </dgm:t>
    </dgm:pt>
    <dgm:pt modelId="{BDE6EBE0-A895-434E-A00C-6AA972920768}" type="parTrans" cxnId="{0D8B4F8E-3877-477B-828B-AA1B7F22D4EA}">
      <dgm:prSet/>
      <dgm:spPr/>
      <dgm:t>
        <a:bodyPr/>
        <a:lstStyle/>
        <a:p>
          <a:endParaRPr lang="en-IN"/>
        </a:p>
      </dgm:t>
    </dgm:pt>
    <dgm:pt modelId="{8117E178-A8FE-4236-A7E4-FBEB75524E27}" type="sibTrans" cxnId="{0D8B4F8E-3877-477B-828B-AA1B7F22D4EA}">
      <dgm:prSet/>
      <dgm:spPr/>
      <dgm:t>
        <a:bodyPr/>
        <a:lstStyle/>
        <a:p>
          <a:endParaRPr lang="en-IN"/>
        </a:p>
      </dgm:t>
    </dgm:pt>
    <dgm:pt modelId="{A4A22539-AA78-4D3B-901F-3C21F7A6584A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Implemented core Mechanism  like Player Movement ,Coin Collection Enemy Behavior, Environment Design for Player </a:t>
          </a:r>
          <a:endParaRPr lang="en-IN" dirty="0"/>
        </a:p>
      </dgm:t>
    </dgm:pt>
    <dgm:pt modelId="{86DA56F5-BCBF-4618-B4FE-3144B215637E}" type="sibTrans" cxnId="{74988210-8539-42CD-BBCF-A3C90B700DE7}">
      <dgm:prSet/>
      <dgm:spPr/>
      <dgm:t>
        <a:bodyPr/>
        <a:lstStyle/>
        <a:p>
          <a:endParaRPr lang="en-IN"/>
        </a:p>
      </dgm:t>
    </dgm:pt>
    <dgm:pt modelId="{31BB2F38-1481-4724-B98D-1C40E70614F0}" type="parTrans" cxnId="{74988210-8539-42CD-BBCF-A3C90B700DE7}">
      <dgm:prSet/>
      <dgm:spPr/>
      <dgm:t>
        <a:bodyPr/>
        <a:lstStyle/>
        <a:p>
          <a:endParaRPr lang="en-IN"/>
        </a:p>
      </dgm:t>
    </dgm:pt>
    <dgm:pt modelId="{9143DF65-63F8-41C7-A5FC-2D4013353170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Develop Different Modular Script for Player Controller , Game Manager , UI manager , Coin Manager , Coin Respawn, obstacles Respawn, Camera Follow Player , </a:t>
          </a:r>
          <a:endParaRPr lang="en-IN" dirty="0"/>
        </a:p>
      </dgm:t>
    </dgm:pt>
    <dgm:pt modelId="{5F9F29BC-6526-45E6-A674-214ECD9D2F54}" type="sibTrans" cxnId="{3EF4A205-F2A5-493F-AC8B-5397FF4DCCE6}">
      <dgm:prSet/>
      <dgm:spPr/>
      <dgm:t>
        <a:bodyPr/>
        <a:lstStyle/>
        <a:p>
          <a:endParaRPr lang="en-IN"/>
        </a:p>
      </dgm:t>
    </dgm:pt>
    <dgm:pt modelId="{8628CF3B-6B26-406B-AEC1-490B75D11168}" type="parTrans" cxnId="{3EF4A205-F2A5-493F-AC8B-5397FF4DCCE6}">
      <dgm:prSet/>
      <dgm:spPr/>
      <dgm:t>
        <a:bodyPr/>
        <a:lstStyle/>
        <a:p>
          <a:endParaRPr lang="en-IN"/>
        </a:p>
      </dgm:t>
    </dgm:pt>
    <dgm:pt modelId="{6FD9B255-7754-4473-8FB1-92A7372E8058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Integrated gameplay logic With UI like pause , play  and Winning Condition.</a:t>
          </a:r>
          <a:endParaRPr lang="en-IN" dirty="0"/>
        </a:p>
      </dgm:t>
    </dgm:pt>
    <dgm:pt modelId="{539471EB-93E6-494A-8076-14D4D1779604}" type="sibTrans" cxnId="{A28E8F36-59D8-48EE-9F64-0CC789601D7A}">
      <dgm:prSet/>
      <dgm:spPr/>
      <dgm:t>
        <a:bodyPr/>
        <a:lstStyle/>
        <a:p>
          <a:endParaRPr lang="en-IN"/>
        </a:p>
      </dgm:t>
    </dgm:pt>
    <dgm:pt modelId="{61874842-E460-4C6F-AC9B-77271A122291}" type="parTrans" cxnId="{A28E8F36-59D8-48EE-9F64-0CC789601D7A}">
      <dgm:prSet/>
      <dgm:spPr/>
      <dgm:t>
        <a:bodyPr/>
        <a:lstStyle/>
        <a:p>
          <a:endParaRPr lang="en-IN"/>
        </a:p>
      </dgm:t>
    </dgm:pt>
    <dgm:pt modelId="{0140BF7D-9237-492F-A3C3-2FD0C801DE19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Used prefabs and Clean Architecture</a:t>
          </a:r>
          <a:endParaRPr lang="en-IN" dirty="0"/>
        </a:p>
      </dgm:t>
    </dgm:pt>
    <dgm:pt modelId="{55EAF28C-D23C-4BA6-A1CB-97E0FF8457F0}" type="sibTrans" cxnId="{057C153A-2180-4E53-A2CA-380DB93E3989}">
      <dgm:prSet/>
      <dgm:spPr/>
      <dgm:t>
        <a:bodyPr/>
        <a:lstStyle/>
        <a:p>
          <a:endParaRPr lang="en-IN"/>
        </a:p>
      </dgm:t>
    </dgm:pt>
    <dgm:pt modelId="{D964E3BA-5A1E-44BE-8FDB-3A1F87169129}" type="parTrans" cxnId="{057C153A-2180-4E53-A2CA-380DB93E3989}">
      <dgm:prSet/>
      <dgm:spPr/>
      <dgm:t>
        <a:bodyPr/>
        <a:lstStyle/>
        <a:p>
          <a:endParaRPr lang="en-IN"/>
        </a:p>
      </dgm:t>
    </dgm:pt>
    <dgm:pt modelId="{D01FF6D9-63C9-499F-B32A-AD7739ECF227}">
      <dgm:prSet/>
      <dgm:spPr/>
      <dgm:t>
        <a:bodyPr/>
        <a:lstStyle/>
        <a:p>
          <a:pPr algn="l"/>
          <a:endParaRPr lang="en-IN" dirty="0"/>
        </a:p>
      </dgm:t>
    </dgm:pt>
    <dgm:pt modelId="{85D6C045-8E9F-42CD-B4B6-ADE9DFF20772}" type="parTrans" cxnId="{6063A3D4-D9F6-41F6-B10D-61156A14EDEE}">
      <dgm:prSet/>
      <dgm:spPr/>
      <dgm:t>
        <a:bodyPr/>
        <a:lstStyle/>
        <a:p>
          <a:endParaRPr lang="en-IN"/>
        </a:p>
      </dgm:t>
    </dgm:pt>
    <dgm:pt modelId="{6E73EF82-0B6E-458D-B305-86E91885157F}" type="sibTrans" cxnId="{6063A3D4-D9F6-41F6-B10D-61156A14EDEE}">
      <dgm:prSet/>
      <dgm:spPr/>
      <dgm:t>
        <a:bodyPr/>
        <a:lstStyle/>
        <a:p>
          <a:endParaRPr lang="en-IN"/>
        </a:p>
      </dgm:t>
    </dgm:pt>
    <dgm:pt modelId="{115533B8-6209-467C-9D38-0DD518657F64}" type="pres">
      <dgm:prSet presAssocID="{94BFF062-1D06-49FA-90FE-416C1044F9C3}" presName="Name0" presStyleCnt="0">
        <dgm:presLayoutVars>
          <dgm:dir/>
          <dgm:resizeHandles val="exact"/>
        </dgm:presLayoutVars>
      </dgm:prSet>
      <dgm:spPr/>
    </dgm:pt>
    <dgm:pt modelId="{AF1899A3-2AA0-4CE4-98C6-71B3B2CE6F3C}" type="pres">
      <dgm:prSet presAssocID="{E06D33FD-1FCD-4354-B2B8-07AA44A3AAD9}" presName="node" presStyleLbl="node1" presStyleIdx="0" presStyleCnt="4" custLinFactNeighborX="-279" custLinFactNeighborY="11689">
        <dgm:presLayoutVars>
          <dgm:bulletEnabled val="1"/>
        </dgm:presLayoutVars>
      </dgm:prSet>
      <dgm:spPr/>
    </dgm:pt>
    <dgm:pt modelId="{746D1697-2087-4BFB-8CA9-E140678E9B9E}" type="pres">
      <dgm:prSet presAssocID="{E9F91AC2-D734-4FDD-8110-468E53DFBA63}" presName="sibTrans" presStyleLbl="sibTrans1D1" presStyleIdx="0" presStyleCnt="3"/>
      <dgm:spPr/>
    </dgm:pt>
    <dgm:pt modelId="{F34C487F-E7AA-4A2B-9093-9920E4C2E94C}" type="pres">
      <dgm:prSet presAssocID="{E9F91AC2-D734-4FDD-8110-468E53DFBA63}" presName="connectorText" presStyleLbl="sibTrans1D1" presStyleIdx="0" presStyleCnt="3"/>
      <dgm:spPr/>
    </dgm:pt>
    <dgm:pt modelId="{A50264A4-A870-4615-87B9-1DD6A23897F3}" type="pres">
      <dgm:prSet presAssocID="{12A8BB52-7BC7-4A5E-8DE7-564823E07EB8}" presName="node" presStyleLbl="node1" presStyleIdx="1" presStyleCnt="4">
        <dgm:presLayoutVars>
          <dgm:bulletEnabled val="1"/>
        </dgm:presLayoutVars>
      </dgm:prSet>
      <dgm:spPr/>
    </dgm:pt>
    <dgm:pt modelId="{2ACD13BD-675D-42C7-9A41-A7B8DFF84993}" type="pres">
      <dgm:prSet presAssocID="{3DCF7549-55A3-41C8-ADC7-AA0BC56571AA}" presName="sibTrans" presStyleLbl="sibTrans1D1" presStyleIdx="1" presStyleCnt="3"/>
      <dgm:spPr/>
    </dgm:pt>
    <dgm:pt modelId="{D21CBE7E-A8F7-4C20-A38F-D78CC566551E}" type="pres">
      <dgm:prSet presAssocID="{3DCF7549-55A3-41C8-ADC7-AA0BC56571AA}" presName="connectorText" presStyleLbl="sibTrans1D1" presStyleIdx="1" presStyleCnt="3"/>
      <dgm:spPr/>
    </dgm:pt>
    <dgm:pt modelId="{795EF295-1E6F-41AD-8879-5ECC267F3245}" type="pres">
      <dgm:prSet presAssocID="{5FAE33BA-E59A-414E-BE7B-2008DFF71F9C}" presName="node" presStyleLbl="node1" presStyleIdx="2" presStyleCnt="4">
        <dgm:presLayoutVars>
          <dgm:bulletEnabled val="1"/>
        </dgm:presLayoutVars>
      </dgm:prSet>
      <dgm:spPr/>
    </dgm:pt>
    <dgm:pt modelId="{F8DE9B2D-ABC3-4C52-BAB4-75D68174E913}" type="pres">
      <dgm:prSet presAssocID="{AF62BBB1-3437-474B-BFC1-5344FC3FDDC1}" presName="sibTrans" presStyleLbl="sibTrans1D1" presStyleIdx="2" presStyleCnt="3"/>
      <dgm:spPr/>
    </dgm:pt>
    <dgm:pt modelId="{852AB5DF-DDBB-4AD5-A544-6788D4A62865}" type="pres">
      <dgm:prSet presAssocID="{AF62BBB1-3437-474B-BFC1-5344FC3FDDC1}" presName="connectorText" presStyleLbl="sibTrans1D1" presStyleIdx="2" presStyleCnt="3"/>
      <dgm:spPr/>
    </dgm:pt>
    <dgm:pt modelId="{49B225F7-6743-4634-A076-C0407BC76905}" type="pres">
      <dgm:prSet presAssocID="{D01FF6D9-63C9-499F-B32A-AD7739ECF227}" presName="node" presStyleLbl="node1" presStyleIdx="3" presStyleCnt="4" custLinFactNeighborX="-206" custLinFactNeighborY="13433">
        <dgm:presLayoutVars>
          <dgm:bulletEnabled val="1"/>
        </dgm:presLayoutVars>
      </dgm:prSet>
      <dgm:spPr/>
    </dgm:pt>
  </dgm:ptLst>
  <dgm:cxnLst>
    <dgm:cxn modelId="{3EF4A205-F2A5-493F-AC8B-5397FF4DCCE6}" srcId="{5FAE33BA-E59A-414E-BE7B-2008DFF71F9C}" destId="{9143DF65-63F8-41C7-A5FC-2D4013353170}" srcOrd="1" destOrd="0" parTransId="{8628CF3B-6B26-406B-AEC1-490B75D11168}" sibTransId="{5F9F29BC-6526-45E6-A674-214ECD9D2F54}"/>
    <dgm:cxn modelId="{8FA8220E-E934-4F86-A724-980651A2B3FE}" type="presOf" srcId="{12A8BB52-7BC7-4A5E-8DE7-564823E07EB8}" destId="{A50264A4-A870-4615-87B9-1DD6A23897F3}" srcOrd="0" destOrd="0" presId="urn:microsoft.com/office/officeart/2005/8/layout/bProcess3"/>
    <dgm:cxn modelId="{74988210-8539-42CD-BBCF-A3C90B700DE7}" srcId="{5FAE33BA-E59A-414E-BE7B-2008DFF71F9C}" destId="{A4A22539-AA78-4D3B-901F-3C21F7A6584A}" srcOrd="0" destOrd="0" parTransId="{31BB2F38-1481-4724-B98D-1C40E70614F0}" sibTransId="{86DA56F5-BCBF-4618-B4FE-3144B215637E}"/>
    <dgm:cxn modelId="{CC05ED16-8739-40B1-92FF-D7B426B1DB48}" type="presOf" srcId="{164720AC-B8B1-45BD-9B57-C65EAF9F8322}" destId="{A50264A4-A870-4615-87B9-1DD6A23897F3}" srcOrd="0" destOrd="1" presId="urn:microsoft.com/office/officeart/2005/8/layout/bProcess3"/>
    <dgm:cxn modelId="{38A3C119-3F63-438B-AD40-149DC784BEC5}" type="presOf" srcId="{5FAE33BA-E59A-414E-BE7B-2008DFF71F9C}" destId="{795EF295-1E6F-41AD-8879-5ECC267F3245}" srcOrd="0" destOrd="0" presId="urn:microsoft.com/office/officeart/2005/8/layout/bProcess3"/>
    <dgm:cxn modelId="{EA33502C-1172-4037-B8D7-7ADBF3E1C1E5}" type="presOf" srcId="{E9F91AC2-D734-4FDD-8110-468E53DFBA63}" destId="{F34C487F-E7AA-4A2B-9093-9920E4C2E94C}" srcOrd="1" destOrd="0" presId="urn:microsoft.com/office/officeart/2005/8/layout/bProcess3"/>
    <dgm:cxn modelId="{C80F4A30-D16B-4C3F-AFE1-1FC75C103677}" type="presOf" srcId="{94BFF062-1D06-49FA-90FE-416C1044F9C3}" destId="{115533B8-6209-467C-9D38-0DD518657F64}" srcOrd="0" destOrd="0" presId="urn:microsoft.com/office/officeart/2005/8/layout/bProcess3"/>
    <dgm:cxn modelId="{5C8FC931-21DA-42CF-80D8-B12AB5FACA75}" type="presOf" srcId="{AF62BBB1-3437-474B-BFC1-5344FC3FDDC1}" destId="{F8DE9B2D-ABC3-4C52-BAB4-75D68174E913}" srcOrd="0" destOrd="0" presId="urn:microsoft.com/office/officeart/2005/8/layout/bProcess3"/>
    <dgm:cxn modelId="{CB900E36-8FFA-41A9-9CFF-EF1360E10D58}" type="presOf" srcId="{E06D33FD-1FCD-4354-B2B8-07AA44A3AAD9}" destId="{AF1899A3-2AA0-4CE4-98C6-71B3B2CE6F3C}" srcOrd="0" destOrd="0" presId="urn:microsoft.com/office/officeart/2005/8/layout/bProcess3"/>
    <dgm:cxn modelId="{A28E8F36-59D8-48EE-9F64-0CC789601D7A}" srcId="{5FAE33BA-E59A-414E-BE7B-2008DFF71F9C}" destId="{6FD9B255-7754-4473-8FB1-92A7372E8058}" srcOrd="2" destOrd="0" parTransId="{61874842-E460-4C6F-AC9B-77271A122291}" sibTransId="{539471EB-93E6-494A-8076-14D4D1779604}"/>
    <dgm:cxn modelId="{5706B036-CC1A-49F4-B827-B601B1723978}" type="presOf" srcId="{690C09A4-C6E4-4164-A7E7-A628A357974A}" destId="{A50264A4-A870-4615-87B9-1DD6A23897F3}" srcOrd="0" destOrd="2" presId="urn:microsoft.com/office/officeart/2005/8/layout/bProcess3"/>
    <dgm:cxn modelId="{057C153A-2180-4E53-A2CA-380DB93E3989}" srcId="{5FAE33BA-E59A-414E-BE7B-2008DFF71F9C}" destId="{0140BF7D-9237-492F-A3C3-2FD0C801DE19}" srcOrd="3" destOrd="0" parTransId="{D964E3BA-5A1E-44BE-8FDB-3A1F87169129}" sibTransId="{55EAF28C-D23C-4BA6-A1CB-97E0FF8457F0}"/>
    <dgm:cxn modelId="{1456A25D-4EA0-4F8A-B66E-4142F0B82543}" srcId="{E06D33FD-1FCD-4354-B2B8-07AA44A3AAD9}" destId="{2C18A721-9F24-4FB8-B230-C1A023F2BB2E}" srcOrd="3" destOrd="0" parTransId="{71A36942-137E-4964-95B8-9D0153934899}" sibTransId="{FEED0B14-256D-46F3-B34B-F8E926332D06}"/>
    <dgm:cxn modelId="{726BD75D-D8AD-43D8-A537-41FC861FDDF4}" srcId="{94BFF062-1D06-49FA-90FE-416C1044F9C3}" destId="{5FAE33BA-E59A-414E-BE7B-2008DFF71F9C}" srcOrd="2" destOrd="0" parTransId="{A53D9198-8030-43FC-B999-16AC16451A30}" sibTransId="{AF62BBB1-3437-474B-BFC1-5344FC3FDDC1}"/>
    <dgm:cxn modelId="{04CB185E-9951-4E32-AA53-BD679E2499CE}" type="presOf" srcId="{F91E902E-890C-429C-9734-7F7D21FD48E0}" destId="{AF1899A3-2AA0-4CE4-98C6-71B3B2CE6F3C}" srcOrd="0" destOrd="2" presId="urn:microsoft.com/office/officeart/2005/8/layout/bProcess3"/>
    <dgm:cxn modelId="{B451C061-38AA-4559-B6C0-009A7CA46B2C}" type="presOf" srcId="{E9F91AC2-D734-4FDD-8110-468E53DFBA63}" destId="{746D1697-2087-4BFB-8CA9-E140678E9B9E}" srcOrd="0" destOrd="0" presId="urn:microsoft.com/office/officeart/2005/8/layout/bProcess3"/>
    <dgm:cxn modelId="{61B20162-8613-45DE-AB0A-036127DF9AF6}" type="presOf" srcId="{3DCF7549-55A3-41C8-ADC7-AA0BC56571AA}" destId="{D21CBE7E-A8F7-4C20-A38F-D78CC566551E}" srcOrd="1" destOrd="0" presId="urn:microsoft.com/office/officeart/2005/8/layout/bProcess3"/>
    <dgm:cxn modelId="{30A71A66-55B1-4E40-826D-35B00D0FF17B}" type="presOf" srcId="{0140BF7D-9237-492F-A3C3-2FD0C801DE19}" destId="{795EF295-1E6F-41AD-8879-5ECC267F3245}" srcOrd="0" destOrd="4" presId="urn:microsoft.com/office/officeart/2005/8/layout/bProcess3"/>
    <dgm:cxn modelId="{208E4276-D07D-4750-BA65-9886D11ADCBF}" type="presOf" srcId="{2C18A721-9F24-4FB8-B230-C1A023F2BB2E}" destId="{AF1899A3-2AA0-4CE4-98C6-71B3B2CE6F3C}" srcOrd="0" destOrd="4" presId="urn:microsoft.com/office/officeart/2005/8/layout/bProcess3"/>
    <dgm:cxn modelId="{2F05AF56-0B88-4CDC-A069-1B5BD80E7295}" srcId="{E06D33FD-1FCD-4354-B2B8-07AA44A3AAD9}" destId="{E21A7044-A877-4D66-BD69-44161D6F930C}" srcOrd="2" destOrd="0" parTransId="{B012CD7C-99C6-49B7-B9AC-550A9F578983}" sibTransId="{73EA6ACF-BB7C-473F-9679-9FF948EE3A75}"/>
    <dgm:cxn modelId="{9EE2057B-2CED-4474-9D67-A8B646AF5658}" type="presOf" srcId="{D6829D2D-4A76-48B0-B590-9C4FCBDA8DE0}" destId="{A50264A4-A870-4615-87B9-1DD6A23897F3}" srcOrd="0" destOrd="3" presId="urn:microsoft.com/office/officeart/2005/8/layout/bProcess3"/>
    <dgm:cxn modelId="{7FA5158C-4C66-4B06-AE70-072D30A84F7F}" type="presOf" srcId="{E21A7044-A877-4D66-BD69-44161D6F930C}" destId="{AF1899A3-2AA0-4CE4-98C6-71B3B2CE6F3C}" srcOrd="0" destOrd="3" presId="urn:microsoft.com/office/officeart/2005/8/layout/bProcess3"/>
    <dgm:cxn modelId="{0D8B4F8E-3877-477B-828B-AA1B7F22D4EA}" srcId="{12A8BB52-7BC7-4A5E-8DE7-564823E07EB8}" destId="{D6829D2D-4A76-48B0-B590-9C4FCBDA8DE0}" srcOrd="2" destOrd="0" parTransId="{BDE6EBE0-A895-434E-A00C-6AA972920768}" sibTransId="{8117E178-A8FE-4236-A7E4-FBEB75524E27}"/>
    <dgm:cxn modelId="{685A0793-B048-4F04-B7CE-54E4523D38AD}" type="presOf" srcId="{AF62BBB1-3437-474B-BFC1-5344FC3FDDC1}" destId="{852AB5DF-DDBB-4AD5-A544-6788D4A62865}" srcOrd="1" destOrd="0" presId="urn:microsoft.com/office/officeart/2005/8/layout/bProcess3"/>
    <dgm:cxn modelId="{E54A1D9A-49AB-4D63-A535-F381BBC98893}" type="presOf" srcId="{83F821BC-5FB6-4DF1-AE48-36201ED380B4}" destId="{AF1899A3-2AA0-4CE4-98C6-71B3B2CE6F3C}" srcOrd="0" destOrd="1" presId="urn:microsoft.com/office/officeart/2005/8/layout/bProcess3"/>
    <dgm:cxn modelId="{1DF3349E-0D34-4F40-957B-1784AA2F9D5F}" srcId="{E06D33FD-1FCD-4354-B2B8-07AA44A3AAD9}" destId="{F91E902E-890C-429C-9734-7F7D21FD48E0}" srcOrd="1" destOrd="0" parTransId="{48E41BC9-18BB-4CDB-B0A2-046549AF0B98}" sibTransId="{E73C0603-D15A-493B-B799-C4B78339DEEF}"/>
    <dgm:cxn modelId="{1768D59E-03E5-407F-8A56-C08469EADD7B}" type="presOf" srcId="{3DCF7549-55A3-41C8-ADC7-AA0BC56571AA}" destId="{2ACD13BD-675D-42C7-9A41-A7B8DFF84993}" srcOrd="0" destOrd="0" presId="urn:microsoft.com/office/officeart/2005/8/layout/bProcess3"/>
    <dgm:cxn modelId="{079337A1-72BA-43DD-A40A-A543A07E7B50}" type="presOf" srcId="{6FD9B255-7754-4473-8FB1-92A7372E8058}" destId="{795EF295-1E6F-41AD-8879-5ECC267F3245}" srcOrd="0" destOrd="3" presId="urn:microsoft.com/office/officeart/2005/8/layout/bProcess3"/>
    <dgm:cxn modelId="{9BBFB8BC-65FE-4C6F-996B-20705FFD43F1}" srcId="{12A8BB52-7BC7-4A5E-8DE7-564823E07EB8}" destId="{164720AC-B8B1-45BD-9B57-C65EAF9F8322}" srcOrd="0" destOrd="0" parTransId="{F9712BB3-E146-4D0B-9490-D8CB26DBB9E2}" sibTransId="{C9AD4B80-12A3-4410-843B-54ABFCF24903}"/>
    <dgm:cxn modelId="{FC188FBD-F447-4A72-896A-BD9BB30D6D3B}" type="presOf" srcId="{9143DF65-63F8-41C7-A5FC-2D4013353170}" destId="{795EF295-1E6F-41AD-8879-5ECC267F3245}" srcOrd="0" destOrd="2" presId="urn:microsoft.com/office/officeart/2005/8/layout/bProcess3"/>
    <dgm:cxn modelId="{F0E072C7-C72D-4D68-AD35-C68DC082C919}" srcId="{94BFF062-1D06-49FA-90FE-416C1044F9C3}" destId="{E06D33FD-1FCD-4354-B2B8-07AA44A3AAD9}" srcOrd="0" destOrd="0" parTransId="{4CD3EF35-F7AB-4D86-B263-23186192C9F9}" sibTransId="{E9F91AC2-D734-4FDD-8110-468E53DFBA63}"/>
    <dgm:cxn modelId="{B0D029C9-968E-49D9-B24C-40040639581D}" srcId="{94BFF062-1D06-49FA-90FE-416C1044F9C3}" destId="{12A8BB52-7BC7-4A5E-8DE7-564823E07EB8}" srcOrd="1" destOrd="0" parTransId="{565A570C-B942-4578-BDE6-7B36AE35E89B}" sibTransId="{3DCF7549-55A3-41C8-ADC7-AA0BC56571AA}"/>
    <dgm:cxn modelId="{C61C78D3-8D55-400E-8BB1-40DFCE219769}" srcId="{E06D33FD-1FCD-4354-B2B8-07AA44A3AAD9}" destId="{83F821BC-5FB6-4DF1-AE48-36201ED380B4}" srcOrd="0" destOrd="0" parTransId="{3C689686-6EB6-4D58-B45D-73B0E14D6BE3}" sibTransId="{2D9C7EB0-B2B6-4892-B77B-07E76A0DD2E9}"/>
    <dgm:cxn modelId="{6063A3D4-D9F6-41F6-B10D-61156A14EDEE}" srcId="{94BFF062-1D06-49FA-90FE-416C1044F9C3}" destId="{D01FF6D9-63C9-499F-B32A-AD7739ECF227}" srcOrd="3" destOrd="0" parTransId="{85D6C045-8E9F-42CD-B4B6-ADE9DFF20772}" sibTransId="{6E73EF82-0B6E-458D-B305-86E91885157F}"/>
    <dgm:cxn modelId="{CDE516D9-1D68-472E-A432-810167F975B7}" type="presOf" srcId="{A4A22539-AA78-4D3B-901F-3C21F7A6584A}" destId="{795EF295-1E6F-41AD-8879-5ECC267F3245}" srcOrd="0" destOrd="1" presId="urn:microsoft.com/office/officeart/2005/8/layout/bProcess3"/>
    <dgm:cxn modelId="{62ED07DF-59FC-47CC-B32D-468763C637DC}" srcId="{12A8BB52-7BC7-4A5E-8DE7-564823E07EB8}" destId="{690C09A4-C6E4-4164-A7E7-A628A357974A}" srcOrd="1" destOrd="0" parTransId="{7D86F877-4FCC-483A-80C2-AF03F9D95F20}" sibTransId="{47A42167-E900-410B-ADE4-CAFDDD3AB8D8}"/>
    <dgm:cxn modelId="{B72E56EC-F93F-48BB-A28F-FE2B8C8D093C}" type="presOf" srcId="{D01FF6D9-63C9-499F-B32A-AD7739ECF227}" destId="{49B225F7-6743-4634-A076-C0407BC76905}" srcOrd="0" destOrd="0" presId="urn:microsoft.com/office/officeart/2005/8/layout/bProcess3"/>
    <dgm:cxn modelId="{17CF3EF9-1AD2-401C-9168-8DD3E6731A8D}" type="presParOf" srcId="{115533B8-6209-467C-9D38-0DD518657F64}" destId="{AF1899A3-2AA0-4CE4-98C6-71B3B2CE6F3C}" srcOrd="0" destOrd="0" presId="urn:microsoft.com/office/officeart/2005/8/layout/bProcess3"/>
    <dgm:cxn modelId="{DB63306A-5240-4466-A1F1-6B6D75034E9A}" type="presParOf" srcId="{115533B8-6209-467C-9D38-0DD518657F64}" destId="{746D1697-2087-4BFB-8CA9-E140678E9B9E}" srcOrd="1" destOrd="0" presId="urn:microsoft.com/office/officeart/2005/8/layout/bProcess3"/>
    <dgm:cxn modelId="{D3EA6FFA-F09D-4993-AF71-5435AC97CB82}" type="presParOf" srcId="{746D1697-2087-4BFB-8CA9-E140678E9B9E}" destId="{F34C487F-E7AA-4A2B-9093-9920E4C2E94C}" srcOrd="0" destOrd="0" presId="urn:microsoft.com/office/officeart/2005/8/layout/bProcess3"/>
    <dgm:cxn modelId="{E1F99DB9-2DBE-4FCD-B04D-25FE938DC32A}" type="presParOf" srcId="{115533B8-6209-467C-9D38-0DD518657F64}" destId="{A50264A4-A870-4615-87B9-1DD6A23897F3}" srcOrd="2" destOrd="0" presId="urn:microsoft.com/office/officeart/2005/8/layout/bProcess3"/>
    <dgm:cxn modelId="{ABA297F2-0F3A-46E8-A161-3B3D237726F8}" type="presParOf" srcId="{115533B8-6209-467C-9D38-0DD518657F64}" destId="{2ACD13BD-675D-42C7-9A41-A7B8DFF84993}" srcOrd="3" destOrd="0" presId="urn:microsoft.com/office/officeart/2005/8/layout/bProcess3"/>
    <dgm:cxn modelId="{55217C04-98B5-4578-B97E-A326BE28EBDD}" type="presParOf" srcId="{2ACD13BD-675D-42C7-9A41-A7B8DFF84993}" destId="{D21CBE7E-A8F7-4C20-A38F-D78CC566551E}" srcOrd="0" destOrd="0" presId="urn:microsoft.com/office/officeart/2005/8/layout/bProcess3"/>
    <dgm:cxn modelId="{C56EF65E-972B-4B32-BC84-41B6D8158AF3}" type="presParOf" srcId="{115533B8-6209-467C-9D38-0DD518657F64}" destId="{795EF295-1E6F-41AD-8879-5ECC267F3245}" srcOrd="4" destOrd="0" presId="urn:microsoft.com/office/officeart/2005/8/layout/bProcess3"/>
    <dgm:cxn modelId="{8C538E88-99EC-42D3-BA5D-BCCF4A827B5B}" type="presParOf" srcId="{115533B8-6209-467C-9D38-0DD518657F64}" destId="{F8DE9B2D-ABC3-4C52-BAB4-75D68174E913}" srcOrd="5" destOrd="0" presId="urn:microsoft.com/office/officeart/2005/8/layout/bProcess3"/>
    <dgm:cxn modelId="{E59F79EA-63EE-4905-9F66-83986A5098D0}" type="presParOf" srcId="{F8DE9B2D-ABC3-4C52-BAB4-75D68174E913}" destId="{852AB5DF-DDBB-4AD5-A544-6788D4A62865}" srcOrd="0" destOrd="0" presId="urn:microsoft.com/office/officeart/2005/8/layout/bProcess3"/>
    <dgm:cxn modelId="{628DAF25-D006-42DB-AFEE-95C3AC3EC974}" type="presParOf" srcId="{115533B8-6209-467C-9D38-0DD518657F64}" destId="{49B225F7-6743-4634-A076-C0407BC76905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4450DA-E9C6-42A1-B7DE-8D291AA1166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2354DC-207D-4FB3-8834-2CF73AFD1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 to Win is a 3D Game Survival runner game where is the player Collects Coin, Avoids Enemies like wild animals and Zombies , and reaches the target location to win.</a:t>
          </a:r>
        </a:p>
      </dgm:t>
    </dgm:pt>
    <dgm:pt modelId="{1DB7F116-3E88-4E4D-A87F-43F9A08D11AA}" type="parTrans" cxnId="{3A263BB6-694D-42E8-BBCF-7D5C9F433CC4}">
      <dgm:prSet/>
      <dgm:spPr/>
      <dgm:t>
        <a:bodyPr/>
        <a:lstStyle/>
        <a:p>
          <a:endParaRPr lang="en-US"/>
        </a:p>
      </dgm:t>
    </dgm:pt>
    <dgm:pt modelId="{C1F511F9-765B-4778-95F2-1B2A8CECE1E8}" type="sibTrans" cxnId="{3A263BB6-694D-42E8-BBCF-7D5C9F433CC4}">
      <dgm:prSet/>
      <dgm:spPr/>
      <dgm:t>
        <a:bodyPr/>
        <a:lstStyle/>
        <a:p>
          <a:endParaRPr lang="en-US"/>
        </a:p>
      </dgm:t>
    </dgm:pt>
    <dgm:pt modelId="{2B604215-2A50-4149-943C-99E32950A1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game Challenges Players to survive under increasing difficulty and maintains focus on coin gathering.</a:t>
          </a:r>
        </a:p>
      </dgm:t>
    </dgm:pt>
    <dgm:pt modelId="{B45F0B8C-524A-41AD-BE3D-368F831C5747}" type="parTrans" cxnId="{2F6A0594-E5F0-4974-9485-EF21F8126142}">
      <dgm:prSet/>
      <dgm:spPr/>
      <dgm:t>
        <a:bodyPr/>
        <a:lstStyle/>
        <a:p>
          <a:endParaRPr lang="en-US"/>
        </a:p>
      </dgm:t>
    </dgm:pt>
    <dgm:pt modelId="{1E380ABC-8F81-4EBB-B6F0-742CCDCFD831}" type="sibTrans" cxnId="{2F6A0594-E5F0-4974-9485-EF21F8126142}">
      <dgm:prSet/>
      <dgm:spPr/>
      <dgm:t>
        <a:bodyPr/>
        <a:lstStyle/>
        <a:p>
          <a:endParaRPr lang="en-US"/>
        </a:p>
      </dgm:t>
    </dgm:pt>
    <dgm:pt modelId="{079BC59C-8A37-4278-A25A-CFAC4F173E93}" type="pres">
      <dgm:prSet presAssocID="{E14450DA-E9C6-42A1-B7DE-8D291AA1166F}" presName="root" presStyleCnt="0">
        <dgm:presLayoutVars>
          <dgm:dir/>
          <dgm:resizeHandles val="exact"/>
        </dgm:presLayoutVars>
      </dgm:prSet>
      <dgm:spPr/>
    </dgm:pt>
    <dgm:pt modelId="{B78C51F4-FE57-40D1-921C-F19809C20326}" type="pres">
      <dgm:prSet presAssocID="{A32354DC-207D-4FB3-8834-2CF73AFD19C1}" presName="compNode" presStyleCnt="0"/>
      <dgm:spPr/>
    </dgm:pt>
    <dgm:pt modelId="{79C99A4A-5C1B-4198-A612-3C836C50186E}" type="pres">
      <dgm:prSet presAssocID="{A32354DC-207D-4FB3-8834-2CF73AFD19C1}" presName="bgRect" presStyleLbl="bgShp" presStyleIdx="0" presStyleCnt="2"/>
      <dgm:spPr/>
    </dgm:pt>
    <dgm:pt modelId="{53E493FE-C44E-454E-B7B8-9FE97E504BB0}" type="pres">
      <dgm:prSet presAssocID="{A32354DC-207D-4FB3-8834-2CF73AFD19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19803732-BEA2-41C3-B91B-C1A0FF883674}" type="pres">
      <dgm:prSet presAssocID="{A32354DC-207D-4FB3-8834-2CF73AFD19C1}" presName="spaceRect" presStyleCnt="0"/>
      <dgm:spPr/>
    </dgm:pt>
    <dgm:pt modelId="{77E14903-1DF5-48C7-82CF-5158BD91D2FB}" type="pres">
      <dgm:prSet presAssocID="{A32354DC-207D-4FB3-8834-2CF73AFD19C1}" presName="parTx" presStyleLbl="revTx" presStyleIdx="0" presStyleCnt="2">
        <dgm:presLayoutVars>
          <dgm:chMax val="0"/>
          <dgm:chPref val="0"/>
        </dgm:presLayoutVars>
      </dgm:prSet>
      <dgm:spPr/>
    </dgm:pt>
    <dgm:pt modelId="{89EE0B5B-113B-4808-BECF-AA889E3B1F47}" type="pres">
      <dgm:prSet presAssocID="{C1F511F9-765B-4778-95F2-1B2A8CECE1E8}" presName="sibTrans" presStyleCnt="0"/>
      <dgm:spPr/>
    </dgm:pt>
    <dgm:pt modelId="{43FE9834-9C7C-41D3-A220-80B3B67EA787}" type="pres">
      <dgm:prSet presAssocID="{2B604215-2A50-4149-943C-99E32950A1E4}" presName="compNode" presStyleCnt="0"/>
      <dgm:spPr/>
    </dgm:pt>
    <dgm:pt modelId="{EC89E411-5C04-46EF-86DB-06973A3793EF}" type="pres">
      <dgm:prSet presAssocID="{2B604215-2A50-4149-943C-99E32950A1E4}" presName="bgRect" presStyleLbl="bgShp" presStyleIdx="1" presStyleCnt="2"/>
      <dgm:spPr/>
    </dgm:pt>
    <dgm:pt modelId="{B1D6A39F-2273-42B0-A048-361299FC1CC2}" type="pres">
      <dgm:prSet presAssocID="{2B604215-2A50-4149-943C-99E32950A1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99B9DC53-AF6C-4059-8AB0-C03879261EC5}" type="pres">
      <dgm:prSet presAssocID="{2B604215-2A50-4149-943C-99E32950A1E4}" presName="spaceRect" presStyleCnt="0"/>
      <dgm:spPr/>
    </dgm:pt>
    <dgm:pt modelId="{E50B33FC-8387-41E9-8C1F-0261F732F4E8}" type="pres">
      <dgm:prSet presAssocID="{2B604215-2A50-4149-943C-99E32950A1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BA6AB14-FD1D-409D-A5D6-7A78FE037E18}" type="presOf" srcId="{E14450DA-E9C6-42A1-B7DE-8D291AA1166F}" destId="{079BC59C-8A37-4278-A25A-CFAC4F173E93}" srcOrd="0" destOrd="0" presId="urn:microsoft.com/office/officeart/2018/2/layout/IconVerticalSolidList"/>
    <dgm:cxn modelId="{2F6A0594-E5F0-4974-9485-EF21F8126142}" srcId="{E14450DA-E9C6-42A1-B7DE-8D291AA1166F}" destId="{2B604215-2A50-4149-943C-99E32950A1E4}" srcOrd="1" destOrd="0" parTransId="{B45F0B8C-524A-41AD-BE3D-368F831C5747}" sibTransId="{1E380ABC-8F81-4EBB-B6F0-742CCDCFD831}"/>
    <dgm:cxn modelId="{53D84394-0882-476A-94B9-F567DA6720D5}" type="presOf" srcId="{2B604215-2A50-4149-943C-99E32950A1E4}" destId="{E50B33FC-8387-41E9-8C1F-0261F732F4E8}" srcOrd="0" destOrd="0" presId="urn:microsoft.com/office/officeart/2018/2/layout/IconVerticalSolidList"/>
    <dgm:cxn modelId="{3A263BB6-694D-42E8-BBCF-7D5C9F433CC4}" srcId="{E14450DA-E9C6-42A1-B7DE-8D291AA1166F}" destId="{A32354DC-207D-4FB3-8834-2CF73AFD19C1}" srcOrd="0" destOrd="0" parTransId="{1DB7F116-3E88-4E4D-A87F-43F9A08D11AA}" sibTransId="{C1F511F9-765B-4778-95F2-1B2A8CECE1E8}"/>
    <dgm:cxn modelId="{BF09F9FE-147C-4156-AB2D-EA5E6C3CE28E}" type="presOf" srcId="{A32354DC-207D-4FB3-8834-2CF73AFD19C1}" destId="{77E14903-1DF5-48C7-82CF-5158BD91D2FB}" srcOrd="0" destOrd="0" presId="urn:microsoft.com/office/officeart/2018/2/layout/IconVerticalSolidList"/>
    <dgm:cxn modelId="{70A6D847-92BD-4BAF-AE3E-94F06230ED08}" type="presParOf" srcId="{079BC59C-8A37-4278-A25A-CFAC4F173E93}" destId="{B78C51F4-FE57-40D1-921C-F19809C20326}" srcOrd="0" destOrd="0" presId="urn:microsoft.com/office/officeart/2018/2/layout/IconVerticalSolidList"/>
    <dgm:cxn modelId="{C185642C-6E4C-48AF-AD0D-414F542F91EC}" type="presParOf" srcId="{B78C51F4-FE57-40D1-921C-F19809C20326}" destId="{79C99A4A-5C1B-4198-A612-3C836C50186E}" srcOrd="0" destOrd="0" presId="urn:microsoft.com/office/officeart/2018/2/layout/IconVerticalSolidList"/>
    <dgm:cxn modelId="{8BFCA880-DEDB-4999-A558-008351644068}" type="presParOf" srcId="{B78C51F4-FE57-40D1-921C-F19809C20326}" destId="{53E493FE-C44E-454E-B7B8-9FE97E504BB0}" srcOrd="1" destOrd="0" presId="urn:microsoft.com/office/officeart/2018/2/layout/IconVerticalSolidList"/>
    <dgm:cxn modelId="{7D29728E-175D-44AC-B435-6650E8E975A8}" type="presParOf" srcId="{B78C51F4-FE57-40D1-921C-F19809C20326}" destId="{19803732-BEA2-41C3-B91B-C1A0FF883674}" srcOrd="2" destOrd="0" presId="urn:microsoft.com/office/officeart/2018/2/layout/IconVerticalSolidList"/>
    <dgm:cxn modelId="{33DADC6B-29CB-4E2A-8181-CC19F6EC61D4}" type="presParOf" srcId="{B78C51F4-FE57-40D1-921C-F19809C20326}" destId="{77E14903-1DF5-48C7-82CF-5158BD91D2FB}" srcOrd="3" destOrd="0" presId="urn:microsoft.com/office/officeart/2018/2/layout/IconVerticalSolidList"/>
    <dgm:cxn modelId="{5448D717-904C-4D02-B60C-51186A676C40}" type="presParOf" srcId="{079BC59C-8A37-4278-A25A-CFAC4F173E93}" destId="{89EE0B5B-113B-4808-BECF-AA889E3B1F47}" srcOrd="1" destOrd="0" presId="urn:microsoft.com/office/officeart/2018/2/layout/IconVerticalSolidList"/>
    <dgm:cxn modelId="{1D58568C-A8AC-40A0-9166-33179559DFF6}" type="presParOf" srcId="{079BC59C-8A37-4278-A25A-CFAC4F173E93}" destId="{43FE9834-9C7C-41D3-A220-80B3B67EA787}" srcOrd="2" destOrd="0" presId="urn:microsoft.com/office/officeart/2018/2/layout/IconVerticalSolidList"/>
    <dgm:cxn modelId="{5A3BCB0D-5BD3-4AF4-A6E3-7A00792EB919}" type="presParOf" srcId="{43FE9834-9C7C-41D3-A220-80B3B67EA787}" destId="{EC89E411-5C04-46EF-86DB-06973A3793EF}" srcOrd="0" destOrd="0" presId="urn:microsoft.com/office/officeart/2018/2/layout/IconVerticalSolidList"/>
    <dgm:cxn modelId="{57A14015-0F29-4655-9360-81FE5F1008F8}" type="presParOf" srcId="{43FE9834-9C7C-41D3-A220-80B3B67EA787}" destId="{B1D6A39F-2273-42B0-A048-361299FC1CC2}" srcOrd="1" destOrd="0" presId="urn:microsoft.com/office/officeart/2018/2/layout/IconVerticalSolidList"/>
    <dgm:cxn modelId="{D345621B-B7B1-4449-B128-A426722FC7A1}" type="presParOf" srcId="{43FE9834-9C7C-41D3-A220-80B3B67EA787}" destId="{99B9DC53-AF6C-4059-8AB0-C03879261EC5}" srcOrd="2" destOrd="0" presId="urn:microsoft.com/office/officeart/2018/2/layout/IconVerticalSolidList"/>
    <dgm:cxn modelId="{D59223A0-2D87-4954-B5D0-BF804CCF5ADA}" type="presParOf" srcId="{43FE9834-9C7C-41D3-A220-80B3B67EA787}" destId="{E50B33FC-8387-41E9-8C1F-0261F732F4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E820C5-1996-4A2E-88DF-F8035B65469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075EA4-0B54-4BAD-93B6-5186CD272943}">
      <dgm:prSet/>
      <dgm:spPr/>
      <dgm:t>
        <a:bodyPr/>
        <a:lstStyle/>
        <a:p>
          <a:pPr>
            <a:defRPr b="1"/>
          </a:pPr>
          <a:r>
            <a:rPr lang="en-US"/>
            <a:t>Followed Complete Project Development Life Cycle</a:t>
          </a:r>
        </a:p>
      </dgm:t>
    </dgm:pt>
    <dgm:pt modelId="{3C442B78-3E47-45CF-9E4B-7D88A15FEF57}" type="parTrans" cxnId="{BF3D877D-5121-44A7-A5E1-BA483B0C0258}">
      <dgm:prSet/>
      <dgm:spPr/>
      <dgm:t>
        <a:bodyPr/>
        <a:lstStyle/>
        <a:p>
          <a:endParaRPr lang="en-US"/>
        </a:p>
      </dgm:t>
    </dgm:pt>
    <dgm:pt modelId="{CD1845B4-FF14-4BA0-B095-E9D76867E934}" type="sibTrans" cxnId="{BF3D877D-5121-44A7-A5E1-BA483B0C0258}">
      <dgm:prSet/>
      <dgm:spPr/>
      <dgm:t>
        <a:bodyPr/>
        <a:lstStyle/>
        <a:p>
          <a:endParaRPr lang="en-US"/>
        </a:p>
      </dgm:t>
    </dgm:pt>
    <dgm:pt modelId="{162C7836-3D45-435A-9D23-B4FFFA26AC40}">
      <dgm:prSet/>
      <dgm:spPr/>
      <dgm:t>
        <a:bodyPr/>
        <a:lstStyle/>
        <a:p>
          <a:r>
            <a:rPr lang="en-US" err="1"/>
            <a:t>Plan</a:t>
          </a:r>
          <a:r>
            <a:rPr lang="en-US" err="1">
              <a:sym typeface="Wingdings" panose="05000000000000000000" pitchFamily="2" charset="2"/>
            </a:rPr>
            <a:t></a:t>
          </a:r>
          <a:r>
            <a:rPr lang="en-US" err="1"/>
            <a:t>Design</a:t>
          </a:r>
          <a:r>
            <a:rPr lang="en-US" err="1">
              <a:sym typeface="Wingdings" panose="05000000000000000000" pitchFamily="2" charset="2"/>
            </a:rPr>
            <a:t></a:t>
          </a:r>
          <a:r>
            <a:rPr lang="en-US" err="1"/>
            <a:t>develop</a:t>
          </a:r>
          <a:r>
            <a:rPr lang="en-US"/>
            <a:t> and Coding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Test</a:t>
          </a:r>
        </a:p>
      </dgm:t>
    </dgm:pt>
    <dgm:pt modelId="{60929E53-46A1-4A79-A151-5AC2F14A05AB}" type="parTrans" cxnId="{EC29446B-441B-48A4-9EB1-0E93CA913A34}">
      <dgm:prSet/>
      <dgm:spPr/>
      <dgm:t>
        <a:bodyPr/>
        <a:lstStyle/>
        <a:p>
          <a:endParaRPr lang="en-US"/>
        </a:p>
      </dgm:t>
    </dgm:pt>
    <dgm:pt modelId="{2D207B0A-8262-4204-8DB5-75C73FB4E28D}" type="sibTrans" cxnId="{EC29446B-441B-48A4-9EB1-0E93CA913A34}">
      <dgm:prSet/>
      <dgm:spPr/>
      <dgm:t>
        <a:bodyPr/>
        <a:lstStyle/>
        <a:p>
          <a:endParaRPr lang="en-US"/>
        </a:p>
      </dgm:t>
    </dgm:pt>
    <dgm:pt modelId="{9DAA2F90-C2D2-45B8-853F-467C02A78606}">
      <dgm:prSet/>
      <dgm:spPr/>
      <dgm:t>
        <a:bodyPr/>
        <a:lstStyle/>
        <a:p>
          <a:pPr>
            <a:defRPr b="1"/>
          </a:pPr>
          <a:r>
            <a:rPr lang="en-US"/>
            <a:t>Used Modular Architecture In Unity</a:t>
          </a:r>
        </a:p>
      </dgm:t>
    </dgm:pt>
    <dgm:pt modelId="{B246B559-FA67-4046-B24E-B6F40E5EF907}" type="parTrans" cxnId="{81F23863-7906-453C-A037-D1DFBA992AD1}">
      <dgm:prSet/>
      <dgm:spPr/>
      <dgm:t>
        <a:bodyPr/>
        <a:lstStyle/>
        <a:p>
          <a:endParaRPr lang="en-US"/>
        </a:p>
      </dgm:t>
    </dgm:pt>
    <dgm:pt modelId="{FA540C13-A989-4573-B4CB-0ECD8C02F2DD}" type="sibTrans" cxnId="{81F23863-7906-453C-A037-D1DFBA992AD1}">
      <dgm:prSet/>
      <dgm:spPr/>
      <dgm:t>
        <a:bodyPr/>
        <a:lstStyle/>
        <a:p>
          <a:endParaRPr lang="en-US"/>
        </a:p>
      </dgm:t>
    </dgm:pt>
    <dgm:pt modelId="{A948C63C-D354-49A1-A769-6393A761DC36}">
      <dgm:prSet/>
      <dgm:spPr/>
      <dgm:t>
        <a:bodyPr/>
        <a:lstStyle/>
        <a:p>
          <a:pPr>
            <a:defRPr b="1"/>
          </a:pPr>
          <a:r>
            <a:rPr lang="en-US"/>
            <a:t>Focused on Gameplay first then enhanced visual and audio</a:t>
          </a:r>
        </a:p>
      </dgm:t>
    </dgm:pt>
    <dgm:pt modelId="{62A6F171-344E-419E-A1EF-695A832A8DC5}" type="parTrans" cxnId="{24D2AE30-67ED-4DE0-A57D-A3B7881FF329}">
      <dgm:prSet/>
      <dgm:spPr/>
      <dgm:t>
        <a:bodyPr/>
        <a:lstStyle/>
        <a:p>
          <a:endParaRPr lang="en-US"/>
        </a:p>
      </dgm:t>
    </dgm:pt>
    <dgm:pt modelId="{9FAD38A0-EEA1-47AE-B7DD-CB620B3ACE29}" type="sibTrans" cxnId="{24D2AE30-67ED-4DE0-A57D-A3B7881FF329}">
      <dgm:prSet/>
      <dgm:spPr/>
      <dgm:t>
        <a:bodyPr/>
        <a:lstStyle/>
        <a:p>
          <a:endParaRPr lang="en-US"/>
        </a:p>
      </dgm:t>
    </dgm:pt>
    <dgm:pt modelId="{666F0BBF-9B07-443A-8D7B-126AD3AECD6E}">
      <dgm:prSet/>
      <dgm:spPr/>
      <dgm:t>
        <a:bodyPr/>
        <a:lstStyle/>
        <a:p>
          <a:pPr>
            <a:defRPr b="1"/>
          </a:pPr>
          <a:r>
            <a:rPr lang="en-US"/>
            <a:t>Used prefabs of coins,Enemies and UI elements </a:t>
          </a:r>
        </a:p>
      </dgm:t>
    </dgm:pt>
    <dgm:pt modelId="{EABB69E5-0836-46B8-B012-68DFE9663CA5}" type="parTrans" cxnId="{B20D607E-AEF1-4089-8462-EB231BC3EEC6}">
      <dgm:prSet/>
      <dgm:spPr/>
      <dgm:t>
        <a:bodyPr/>
        <a:lstStyle/>
        <a:p>
          <a:endParaRPr lang="en-US"/>
        </a:p>
      </dgm:t>
    </dgm:pt>
    <dgm:pt modelId="{88FEF3E5-6917-4A23-872E-C215EFD0BD9F}" type="sibTrans" cxnId="{B20D607E-AEF1-4089-8462-EB231BC3EEC6}">
      <dgm:prSet/>
      <dgm:spPr/>
      <dgm:t>
        <a:bodyPr/>
        <a:lstStyle/>
        <a:p>
          <a:endParaRPr lang="en-US"/>
        </a:p>
      </dgm:t>
    </dgm:pt>
    <dgm:pt modelId="{D561B959-FA4F-4104-88FA-8FD6B0CB5E7D}">
      <dgm:prSet/>
      <dgm:spPr/>
      <dgm:t>
        <a:bodyPr/>
        <a:lstStyle/>
        <a:p>
          <a:pPr>
            <a:defRPr b="1"/>
          </a:pPr>
          <a:r>
            <a:rPr lang="en-US"/>
            <a:t>Managed the Flow of Game using Game Manager’</a:t>
          </a:r>
        </a:p>
      </dgm:t>
    </dgm:pt>
    <dgm:pt modelId="{49EF34C4-4292-4B14-B0E2-615FFE620A6D}" type="parTrans" cxnId="{B2921DD2-6496-4DAB-BAA4-41027A5937EC}">
      <dgm:prSet/>
      <dgm:spPr/>
      <dgm:t>
        <a:bodyPr/>
        <a:lstStyle/>
        <a:p>
          <a:endParaRPr lang="en-US"/>
        </a:p>
      </dgm:t>
    </dgm:pt>
    <dgm:pt modelId="{0E48E8E2-D7C4-40D5-8E6C-7842EA9CEA4D}" type="sibTrans" cxnId="{B2921DD2-6496-4DAB-BAA4-41027A5937EC}">
      <dgm:prSet/>
      <dgm:spPr/>
      <dgm:t>
        <a:bodyPr/>
        <a:lstStyle/>
        <a:p>
          <a:endParaRPr lang="en-US"/>
        </a:p>
      </dgm:t>
    </dgm:pt>
    <dgm:pt modelId="{31631DA9-7F4E-4994-9162-1FBFF9A16B31}">
      <dgm:prSet/>
      <dgm:spPr/>
      <dgm:t>
        <a:bodyPr/>
        <a:lstStyle/>
        <a:p>
          <a:pPr>
            <a:defRPr b="1"/>
          </a:pPr>
          <a:r>
            <a:rPr lang="en-US"/>
            <a:t>Used Iterative testing self-play,debugLogs, and fixing runtime errors during Development</a:t>
          </a:r>
        </a:p>
      </dgm:t>
    </dgm:pt>
    <dgm:pt modelId="{AAE220B0-EF4F-4E6E-B57F-6BD45C735219}" type="parTrans" cxnId="{72F0ECC1-820F-403C-B845-190C616A7422}">
      <dgm:prSet/>
      <dgm:spPr/>
      <dgm:t>
        <a:bodyPr/>
        <a:lstStyle/>
        <a:p>
          <a:endParaRPr lang="en-US"/>
        </a:p>
      </dgm:t>
    </dgm:pt>
    <dgm:pt modelId="{92C788E3-9D42-43FD-BACC-B9D8C38C0F5B}" type="sibTrans" cxnId="{72F0ECC1-820F-403C-B845-190C616A7422}">
      <dgm:prSet/>
      <dgm:spPr/>
      <dgm:t>
        <a:bodyPr/>
        <a:lstStyle/>
        <a:p>
          <a:endParaRPr lang="en-US"/>
        </a:p>
      </dgm:t>
    </dgm:pt>
    <dgm:pt modelId="{DB5D18BD-97CE-4C98-AC1D-DC019E54759C}" type="pres">
      <dgm:prSet presAssocID="{48E820C5-1996-4A2E-88DF-F8035B654698}" presName="root" presStyleCnt="0">
        <dgm:presLayoutVars>
          <dgm:dir/>
          <dgm:resizeHandles val="exact"/>
        </dgm:presLayoutVars>
      </dgm:prSet>
      <dgm:spPr/>
    </dgm:pt>
    <dgm:pt modelId="{5EE0F697-099B-4937-8F8F-6958BEAD928C}" type="pres">
      <dgm:prSet presAssocID="{29075EA4-0B54-4BAD-93B6-5186CD272943}" presName="compNode" presStyleCnt="0"/>
      <dgm:spPr/>
    </dgm:pt>
    <dgm:pt modelId="{5338D381-9BCA-465F-9FCB-48C444732131}" type="pres">
      <dgm:prSet presAssocID="{29075EA4-0B54-4BAD-93B6-5186CD27294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CED0C2-A3E8-458E-A6CF-607550C907F2}" type="pres">
      <dgm:prSet presAssocID="{29075EA4-0B54-4BAD-93B6-5186CD272943}" presName="iconSpace" presStyleCnt="0"/>
      <dgm:spPr/>
    </dgm:pt>
    <dgm:pt modelId="{9A36B0D6-FA91-424C-B5A4-B69D070D3B86}" type="pres">
      <dgm:prSet presAssocID="{29075EA4-0B54-4BAD-93B6-5186CD272943}" presName="parTx" presStyleLbl="revTx" presStyleIdx="0" presStyleCnt="12">
        <dgm:presLayoutVars>
          <dgm:chMax val="0"/>
          <dgm:chPref val="0"/>
        </dgm:presLayoutVars>
      </dgm:prSet>
      <dgm:spPr/>
    </dgm:pt>
    <dgm:pt modelId="{C001E5EB-7CAA-4A4A-B045-B252864EEDEF}" type="pres">
      <dgm:prSet presAssocID="{29075EA4-0B54-4BAD-93B6-5186CD272943}" presName="txSpace" presStyleCnt="0"/>
      <dgm:spPr/>
    </dgm:pt>
    <dgm:pt modelId="{0364D36C-BD56-4B88-8DED-03A16CE5C742}" type="pres">
      <dgm:prSet presAssocID="{29075EA4-0B54-4BAD-93B6-5186CD272943}" presName="desTx" presStyleLbl="revTx" presStyleIdx="1" presStyleCnt="12">
        <dgm:presLayoutVars/>
      </dgm:prSet>
      <dgm:spPr/>
    </dgm:pt>
    <dgm:pt modelId="{7E077FAD-6264-4F7C-8A58-26B20E849F92}" type="pres">
      <dgm:prSet presAssocID="{CD1845B4-FF14-4BA0-B095-E9D76867E934}" presName="sibTrans" presStyleCnt="0"/>
      <dgm:spPr/>
    </dgm:pt>
    <dgm:pt modelId="{A6657533-571A-4019-8E37-84FD52F6376D}" type="pres">
      <dgm:prSet presAssocID="{9DAA2F90-C2D2-45B8-853F-467C02A78606}" presName="compNode" presStyleCnt="0"/>
      <dgm:spPr/>
    </dgm:pt>
    <dgm:pt modelId="{77BE2EBC-57EC-49C7-99D2-045AFF76A594}" type="pres">
      <dgm:prSet presAssocID="{9DAA2F90-C2D2-45B8-853F-467C02A7860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6983DA5-8112-47B0-BDB0-05D47404C3D5}" type="pres">
      <dgm:prSet presAssocID="{9DAA2F90-C2D2-45B8-853F-467C02A78606}" presName="iconSpace" presStyleCnt="0"/>
      <dgm:spPr/>
    </dgm:pt>
    <dgm:pt modelId="{26BBC0A8-2D47-4648-9FD2-5FB163FAF318}" type="pres">
      <dgm:prSet presAssocID="{9DAA2F90-C2D2-45B8-853F-467C02A78606}" presName="parTx" presStyleLbl="revTx" presStyleIdx="2" presStyleCnt="12">
        <dgm:presLayoutVars>
          <dgm:chMax val="0"/>
          <dgm:chPref val="0"/>
        </dgm:presLayoutVars>
      </dgm:prSet>
      <dgm:spPr/>
    </dgm:pt>
    <dgm:pt modelId="{D830036A-B6A4-410B-8A72-FC0917D4C221}" type="pres">
      <dgm:prSet presAssocID="{9DAA2F90-C2D2-45B8-853F-467C02A78606}" presName="txSpace" presStyleCnt="0"/>
      <dgm:spPr/>
    </dgm:pt>
    <dgm:pt modelId="{08FADFCD-7997-401C-B98D-991D08043710}" type="pres">
      <dgm:prSet presAssocID="{9DAA2F90-C2D2-45B8-853F-467C02A78606}" presName="desTx" presStyleLbl="revTx" presStyleIdx="3" presStyleCnt="12">
        <dgm:presLayoutVars/>
      </dgm:prSet>
      <dgm:spPr/>
    </dgm:pt>
    <dgm:pt modelId="{7176EBA7-10D6-4B07-B5C5-F74278C4B166}" type="pres">
      <dgm:prSet presAssocID="{FA540C13-A989-4573-B4CB-0ECD8C02F2DD}" presName="sibTrans" presStyleCnt="0"/>
      <dgm:spPr/>
    </dgm:pt>
    <dgm:pt modelId="{6E653CCD-1772-487C-8267-CF957F29686D}" type="pres">
      <dgm:prSet presAssocID="{A948C63C-D354-49A1-A769-6393A761DC36}" presName="compNode" presStyleCnt="0"/>
      <dgm:spPr/>
    </dgm:pt>
    <dgm:pt modelId="{46DBD94A-E58B-403B-AA06-B7CFA0EB983A}" type="pres">
      <dgm:prSet presAssocID="{A948C63C-D354-49A1-A769-6393A761DC3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48DD1DEB-3453-498B-9123-4680CA2E2B25}" type="pres">
      <dgm:prSet presAssocID="{A948C63C-D354-49A1-A769-6393A761DC36}" presName="iconSpace" presStyleCnt="0"/>
      <dgm:spPr/>
    </dgm:pt>
    <dgm:pt modelId="{2BC38D5E-96C3-4348-B743-BC91DCD77A41}" type="pres">
      <dgm:prSet presAssocID="{A948C63C-D354-49A1-A769-6393A761DC36}" presName="parTx" presStyleLbl="revTx" presStyleIdx="4" presStyleCnt="12">
        <dgm:presLayoutVars>
          <dgm:chMax val="0"/>
          <dgm:chPref val="0"/>
        </dgm:presLayoutVars>
      </dgm:prSet>
      <dgm:spPr/>
    </dgm:pt>
    <dgm:pt modelId="{19C2FE4B-06AA-41FA-B724-3BAE63E32E9C}" type="pres">
      <dgm:prSet presAssocID="{A948C63C-D354-49A1-A769-6393A761DC36}" presName="txSpace" presStyleCnt="0"/>
      <dgm:spPr/>
    </dgm:pt>
    <dgm:pt modelId="{549BEB33-9CD4-4355-B7DA-606E579EBA87}" type="pres">
      <dgm:prSet presAssocID="{A948C63C-D354-49A1-A769-6393A761DC36}" presName="desTx" presStyleLbl="revTx" presStyleIdx="5" presStyleCnt="12">
        <dgm:presLayoutVars/>
      </dgm:prSet>
      <dgm:spPr/>
    </dgm:pt>
    <dgm:pt modelId="{800AC75A-9C03-440D-81FE-076B1ED785F4}" type="pres">
      <dgm:prSet presAssocID="{9FAD38A0-EEA1-47AE-B7DD-CB620B3ACE29}" presName="sibTrans" presStyleCnt="0"/>
      <dgm:spPr/>
    </dgm:pt>
    <dgm:pt modelId="{35AC396F-0806-41EA-AF8F-EF9FB97F4487}" type="pres">
      <dgm:prSet presAssocID="{666F0BBF-9B07-443A-8D7B-126AD3AECD6E}" presName="compNode" presStyleCnt="0"/>
      <dgm:spPr/>
    </dgm:pt>
    <dgm:pt modelId="{BAB28673-B7CD-4D0B-B20A-6ACD61243BCC}" type="pres">
      <dgm:prSet presAssocID="{666F0BBF-9B07-443A-8D7B-126AD3AECD6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29AB7F8-900D-4FEF-81B2-EBAB077FF70D}" type="pres">
      <dgm:prSet presAssocID="{666F0BBF-9B07-443A-8D7B-126AD3AECD6E}" presName="iconSpace" presStyleCnt="0"/>
      <dgm:spPr/>
    </dgm:pt>
    <dgm:pt modelId="{43739FE2-234D-4955-BDD9-E26661B3BA19}" type="pres">
      <dgm:prSet presAssocID="{666F0BBF-9B07-443A-8D7B-126AD3AECD6E}" presName="parTx" presStyleLbl="revTx" presStyleIdx="6" presStyleCnt="12">
        <dgm:presLayoutVars>
          <dgm:chMax val="0"/>
          <dgm:chPref val="0"/>
        </dgm:presLayoutVars>
      </dgm:prSet>
      <dgm:spPr/>
    </dgm:pt>
    <dgm:pt modelId="{097F42E9-0844-481E-B27E-4C51456E173A}" type="pres">
      <dgm:prSet presAssocID="{666F0BBF-9B07-443A-8D7B-126AD3AECD6E}" presName="txSpace" presStyleCnt="0"/>
      <dgm:spPr/>
    </dgm:pt>
    <dgm:pt modelId="{7685799A-782B-4DCA-9A6E-B7C976BD0F85}" type="pres">
      <dgm:prSet presAssocID="{666F0BBF-9B07-443A-8D7B-126AD3AECD6E}" presName="desTx" presStyleLbl="revTx" presStyleIdx="7" presStyleCnt="12">
        <dgm:presLayoutVars/>
      </dgm:prSet>
      <dgm:spPr/>
    </dgm:pt>
    <dgm:pt modelId="{55C63917-D3F0-4AE7-854E-DA25FE00F9D8}" type="pres">
      <dgm:prSet presAssocID="{88FEF3E5-6917-4A23-872E-C215EFD0BD9F}" presName="sibTrans" presStyleCnt="0"/>
      <dgm:spPr/>
    </dgm:pt>
    <dgm:pt modelId="{11C96C55-ABB6-46B6-B9E7-21DAE643A5AD}" type="pres">
      <dgm:prSet presAssocID="{D561B959-FA4F-4104-88FA-8FD6B0CB5E7D}" presName="compNode" presStyleCnt="0"/>
      <dgm:spPr/>
    </dgm:pt>
    <dgm:pt modelId="{167D24F0-CDDA-4DE8-A06C-27C7804FE1A4}" type="pres">
      <dgm:prSet presAssocID="{D561B959-FA4F-4104-88FA-8FD6B0CB5E7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5E45A4C-15DC-4848-851C-5DDB6A8025DB}" type="pres">
      <dgm:prSet presAssocID="{D561B959-FA4F-4104-88FA-8FD6B0CB5E7D}" presName="iconSpace" presStyleCnt="0"/>
      <dgm:spPr/>
    </dgm:pt>
    <dgm:pt modelId="{812AF549-875A-408B-B270-A458B3D817F4}" type="pres">
      <dgm:prSet presAssocID="{D561B959-FA4F-4104-88FA-8FD6B0CB5E7D}" presName="parTx" presStyleLbl="revTx" presStyleIdx="8" presStyleCnt="12">
        <dgm:presLayoutVars>
          <dgm:chMax val="0"/>
          <dgm:chPref val="0"/>
        </dgm:presLayoutVars>
      </dgm:prSet>
      <dgm:spPr/>
    </dgm:pt>
    <dgm:pt modelId="{952E0C85-7813-4918-BC51-0DAF4FA5ACFE}" type="pres">
      <dgm:prSet presAssocID="{D561B959-FA4F-4104-88FA-8FD6B0CB5E7D}" presName="txSpace" presStyleCnt="0"/>
      <dgm:spPr/>
    </dgm:pt>
    <dgm:pt modelId="{7C3A35CF-ED26-46DE-A968-462DD2F0A945}" type="pres">
      <dgm:prSet presAssocID="{D561B959-FA4F-4104-88FA-8FD6B0CB5E7D}" presName="desTx" presStyleLbl="revTx" presStyleIdx="9" presStyleCnt="12">
        <dgm:presLayoutVars/>
      </dgm:prSet>
      <dgm:spPr/>
    </dgm:pt>
    <dgm:pt modelId="{D60C68A6-725B-43CF-A4A5-38C656114DBB}" type="pres">
      <dgm:prSet presAssocID="{0E48E8E2-D7C4-40D5-8E6C-7842EA9CEA4D}" presName="sibTrans" presStyleCnt="0"/>
      <dgm:spPr/>
    </dgm:pt>
    <dgm:pt modelId="{8BF0580F-78A7-4605-8FB7-FA765FE65B40}" type="pres">
      <dgm:prSet presAssocID="{31631DA9-7F4E-4994-9162-1FBFF9A16B31}" presName="compNode" presStyleCnt="0"/>
      <dgm:spPr/>
    </dgm:pt>
    <dgm:pt modelId="{3A65C7A0-F49D-4E9F-8C26-0005257AC126}" type="pres">
      <dgm:prSet presAssocID="{31631DA9-7F4E-4994-9162-1FBFF9A16B3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A7478CC-B6F6-469A-8A63-F26B3AE84E1E}" type="pres">
      <dgm:prSet presAssocID="{31631DA9-7F4E-4994-9162-1FBFF9A16B31}" presName="iconSpace" presStyleCnt="0"/>
      <dgm:spPr/>
    </dgm:pt>
    <dgm:pt modelId="{5B1D4D75-5FFD-4322-9406-923C26D923E5}" type="pres">
      <dgm:prSet presAssocID="{31631DA9-7F4E-4994-9162-1FBFF9A16B31}" presName="parTx" presStyleLbl="revTx" presStyleIdx="10" presStyleCnt="12">
        <dgm:presLayoutVars>
          <dgm:chMax val="0"/>
          <dgm:chPref val="0"/>
        </dgm:presLayoutVars>
      </dgm:prSet>
      <dgm:spPr/>
    </dgm:pt>
    <dgm:pt modelId="{AA4282A0-F878-4D89-A669-F97349079900}" type="pres">
      <dgm:prSet presAssocID="{31631DA9-7F4E-4994-9162-1FBFF9A16B31}" presName="txSpace" presStyleCnt="0"/>
      <dgm:spPr/>
    </dgm:pt>
    <dgm:pt modelId="{63531117-0840-47C4-BF06-3E0DB4955ABF}" type="pres">
      <dgm:prSet presAssocID="{31631DA9-7F4E-4994-9162-1FBFF9A16B31}" presName="desTx" presStyleLbl="revTx" presStyleIdx="11" presStyleCnt="12">
        <dgm:presLayoutVars/>
      </dgm:prSet>
      <dgm:spPr/>
    </dgm:pt>
  </dgm:ptLst>
  <dgm:cxnLst>
    <dgm:cxn modelId="{507EAF01-4D1F-433F-BC3C-E4A77CA4AA5E}" type="presOf" srcId="{48E820C5-1996-4A2E-88DF-F8035B654698}" destId="{DB5D18BD-97CE-4C98-AC1D-DC019E54759C}" srcOrd="0" destOrd="0" presId="urn:microsoft.com/office/officeart/2018/5/layout/CenteredIconLabelDescriptionList"/>
    <dgm:cxn modelId="{24D2AE30-67ED-4DE0-A57D-A3B7881FF329}" srcId="{48E820C5-1996-4A2E-88DF-F8035B654698}" destId="{A948C63C-D354-49A1-A769-6393A761DC36}" srcOrd="2" destOrd="0" parTransId="{62A6F171-344E-419E-A1EF-695A832A8DC5}" sibTransId="{9FAD38A0-EEA1-47AE-B7DD-CB620B3ACE29}"/>
    <dgm:cxn modelId="{CFFC3E61-7CFE-4D14-AF8A-84AF81FC41C9}" type="presOf" srcId="{9DAA2F90-C2D2-45B8-853F-467C02A78606}" destId="{26BBC0A8-2D47-4648-9FD2-5FB163FAF318}" srcOrd="0" destOrd="0" presId="urn:microsoft.com/office/officeart/2018/5/layout/CenteredIconLabelDescriptionList"/>
    <dgm:cxn modelId="{81F23863-7906-453C-A037-D1DFBA992AD1}" srcId="{48E820C5-1996-4A2E-88DF-F8035B654698}" destId="{9DAA2F90-C2D2-45B8-853F-467C02A78606}" srcOrd="1" destOrd="0" parTransId="{B246B559-FA67-4046-B24E-B6F40E5EF907}" sibTransId="{FA540C13-A989-4573-B4CB-0ECD8C02F2DD}"/>
    <dgm:cxn modelId="{B1ACF148-2B6A-42BD-A5CB-0378F56CE1D5}" type="presOf" srcId="{31631DA9-7F4E-4994-9162-1FBFF9A16B31}" destId="{5B1D4D75-5FFD-4322-9406-923C26D923E5}" srcOrd="0" destOrd="0" presId="urn:microsoft.com/office/officeart/2018/5/layout/CenteredIconLabelDescriptionList"/>
    <dgm:cxn modelId="{EC29446B-441B-48A4-9EB1-0E93CA913A34}" srcId="{29075EA4-0B54-4BAD-93B6-5186CD272943}" destId="{162C7836-3D45-435A-9D23-B4FFFA26AC40}" srcOrd="0" destOrd="0" parTransId="{60929E53-46A1-4A79-A151-5AC2F14A05AB}" sibTransId="{2D207B0A-8262-4204-8DB5-75C73FB4E28D}"/>
    <dgm:cxn modelId="{BF3D877D-5121-44A7-A5E1-BA483B0C0258}" srcId="{48E820C5-1996-4A2E-88DF-F8035B654698}" destId="{29075EA4-0B54-4BAD-93B6-5186CD272943}" srcOrd="0" destOrd="0" parTransId="{3C442B78-3E47-45CF-9E4B-7D88A15FEF57}" sibTransId="{CD1845B4-FF14-4BA0-B095-E9D76867E934}"/>
    <dgm:cxn modelId="{B20D607E-AEF1-4089-8462-EB231BC3EEC6}" srcId="{48E820C5-1996-4A2E-88DF-F8035B654698}" destId="{666F0BBF-9B07-443A-8D7B-126AD3AECD6E}" srcOrd="3" destOrd="0" parTransId="{EABB69E5-0836-46B8-B012-68DFE9663CA5}" sibTransId="{88FEF3E5-6917-4A23-872E-C215EFD0BD9F}"/>
    <dgm:cxn modelId="{A1376BA1-AA2B-427A-8099-0B85AFF953ED}" type="presOf" srcId="{162C7836-3D45-435A-9D23-B4FFFA26AC40}" destId="{0364D36C-BD56-4B88-8DED-03A16CE5C742}" srcOrd="0" destOrd="0" presId="urn:microsoft.com/office/officeart/2018/5/layout/CenteredIconLabelDescriptionList"/>
    <dgm:cxn modelId="{9B24ABB6-CD7B-4742-B6E5-DCFF9E2C0A3B}" type="presOf" srcId="{A948C63C-D354-49A1-A769-6393A761DC36}" destId="{2BC38D5E-96C3-4348-B743-BC91DCD77A41}" srcOrd="0" destOrd="0" presId="urn:microsoft.com/office/officeart/2018/5/layout/CenteredIconLabelDescriptionList"/>
    <dgm:cxn modelId="{E5DAA4B8-7EA6-4167-A1DA-853AA29CB962}" type="presOf" srcId="{29075EA4-0B54-4BAD-93B6-5186CD272943}" destId="{9A36B0D6-FA91-424C-B5A4-B69D070D3B86}" srcOrd="0" destOrd="0" presId="urn:microsoft.com/office/officeart/2018/5/layout/CenteredIconLabelDescriptionList"/>
    <dgm:cxn modelId="{2C724CBB-91B0-4150-8DFF-5A4CAC955509}" type="presOf" srcId="{D561B959-FA4F-4104-88FA-8FD6B0CB5E7D}" destId="{812AF549-875A-408B-B270-A458B3D817F4}" srcOrd="0" destOrd="0" presId="urn:microsoft.com/office/officeart/2018/5/layout/CenteredIconLabelDescriptionList"/>
    <dgm:cxn modelId="{72F0ECC1-820F-403C-B845-190C616A7422}" srcId="{48E820C5-1996-4A2E-88DF-F8035B654698}" destId="{31631DA9-7F4E-4994-9162-1FBFF9A16B31}" srcOrd="5" destOrd="0" parTransId="{AAE220B0-EF4F-4E6E-B57F-6BD45C735219}" sibTransId="{92C788E3-9D42-43FD-BACC-B9D8C38C0F5B}"/>
    <dgm:cxn modelId="{B2921DD2-6496-4DAB-BAA4-41027A5937EC}" srcId="{48E820C5-1996-4A2E-88DF-F8035B654698}" destId="{D561B959-FA4F-4104-88FA-8FD6B0CB5E7D}" srcOrd="4" destOrd="0" parTransId="{49EF34C4-4292-4B14-B0E2-615FFE620A6D}" sibTransId="{0E48E8E2-D7C4-40D5-8E6C-7842EA9CEA4D}"/>
    <dgm:cxn modelId="{2936E9F9-FA33-4501-BDF5-3F214967E82D}" type="presOf" srcId="{666F0BBF-9B07-443A-8D7B-126AD3AECD6E}" destId="{43739FE2-234D-4955-BDD9-E26661B3BA19}" srcOrd="0" destOrd="0" presId="urn:microsoft.com/office/officeart/2018/5/layout/CenteredIconLabelDescriptionList"/>
    <dgm:cxn modelId="{ECFAF2CF-60CA-40E1-875E-AB191F7461FA}" type="presParOf" srcId="{DB5D18BD-97CE-4C98-AC1D-DC019E54759C}" destId="{5EE0F697-099B-4937-8F8F-6958BEAD928C}" srcOrd="0" destOrd="0" presId="urn:microsoft.com/office/officeart/2018/5/layout/CenteredIconLabelDescriptionList"/>
    <dgm:cxn modelId="{145DA369-68CD-443B-B84C-532A0683C0B2}" type="presParOf" srcId="{5EE0F697-099B-4937-8F8F-6958BEAD928C}" destId="{5338D381-9BCA-465F-9FCB-48C444732131}" srcOrd="0" destOrd="0" presId="urn:microsoft.com/office/officeart/2018/5/layout/CenteredIconLabelDescriptionList"/>
    <dgm:cxn modelId="{550C7106-6DD1-4988-8A4B-469255DC2571}" type="presParOf" srcId="{5EE0F697-099B-4937-8F8F-6958BEAD928C}" destId="{50CED0C2-A3E8-458E-A6CF-607550C907F2}" srcOrd="1" destOrd="0" presId="urn:microsoft.com/office/officeart/2018/5/layout/CenteredIconLabelDescriptionList"/>
    <dgm:cxn modelId="{28058BF2-F482-4004-9B75-A9144CAA3DE6}" type="presParOf" srcId="{5EE0F697-099B-4937-8F8F-6958BEAD928C}" destId="{9A36B0D6-FA91-424C-B5A4-B69D070D3B86}" srcOrd="2" destOrd="0" presId="urn:microsoft.com/office/officeart/2018/5/layout/CenteredIconLabelDescriptionList"/>
    <dgm:cxn modelId="{33078C06-F779-4B11-B173-1B4C445751C7}" type="presParOf" srcId="{5EE0F697-099B-4937-8F8F-6958BEAD928C}" destId="{C001E5EB-7CAA-4A4A-B045-B252864EEDEF}" srcOrd="3" destOrd="0" presId="urn:microsoft.com/office/officeart/2018/5/layout/CenteredIconLabelDescriptionList"/>
    <dgm:cxn modelId="{110AEF21-969F-4F37-AFF4-701C464B540B}" type="presParOf" srcId="{5EE0F697-099B-4937-8F8F-6958BEAD928C}" destId="{0364D36C-BD56-4B88-8DED-03A16CE5C742}" srcOrd="4" destOrd="0" presId="urn:microsoft.com/office/officeart/2018/5/layout/CenteredIconLabelDescriptionList"/>
    <dgm:cxn modelId="{364C52BC-E445-4949-88FA-39A0C9F2D6B5}" type="presParOf" srcId="{DB5D18BD-97CE-4C98-AC1D-DC019E54759C}" destId="{7E077FAD-6264-4F7C-8A58-26B20E849F92}" srcOrd="1" destOrd="0" presId="urn:microsoft.com/office/officeart/2018/5/layout/CenteredIconLabelDescriptionList"/>
    <dgm:cxn modelId="{D4A81DB9-48B1-46A9-B9E7-E731B1FB0124}" type="presParOf" srcId="{DB5D18BD-97CE-4C98-AC1D-DC019E54759C}" destId="{A6657533-571A-4019-8E37-84FD52F6376D}" srcOrd="2" destOrd="0" presId="urn:microsoft.com/office/officeart/2018/5/layout/CenteredIconLabelDescriptionList"/>
    <dgm:cxn modelId="{17A8605A-E28F-4D7A-8243-C8F23E8B4E19}" type="presParOf" srcId="{A6657533-571A-4019-8E37-84FD52F6376D}" destId="{77BE2EBC-57EC-49C7-99D2-045AFF76A594}" srcOrd="0" destOrd="0" presId="urn:microsoft.com/office/officeart/2018/5/layout/CenteredIconLabelDescriptionList"/>
    <dgm:cxn modelId="{0A5A2064-D068-45B9-9376-BF0F2CBF0819}" type="presParOf" srcId="{A6657533-571A-4019-8E37-84FD52F6376D}" destId="{86983DA5-8112-47B0-BDB0-05D47404C3D5}" srcOrd="1" destOrd="0" presId="urn:microsoft.com/office/officeart/2018/5/layout/CenteredIconLabelDescriptionList"/>
    <dgm:cxn modelId="{F7E97DF1-8D8F-4634-81FA-21DB0A01AC97}" type="presParOf" srcId="{A6657533-571A-4019-8E37-84FD52F6376D}" destId="{26BBC0A8-2D47-4648-9FD2-5FB163FAF318}" srcOrd="2" destOrd="0" presId="urn:microsoft.com/office/officeart/2018/5/layout/CenteredIconLabelDescriptionList"/>
    <dgm:cxn modelId="{160C4D83-5B92-4E48-9A03-00406523267A}" type="presParOf" srcId="{A6657533-571A-4019-8E37-84FD52F6376D}" destId="{D830036A-B6A4-410B-8A72-FC0917D4C221}" srcOrd="3" destOrd="0" presId="urn:microsoft.com/office/officeart/2018/5/layout/CenteredIconLabelDescriptionList"/>
    <dgm:cxn modelId="{E0133270-7043-4ADE-8798-6077162EA16F}" type="presParOf" srcId="{A6657533-571A-4019-8E37-84FD52F6376D}" destId="{08FADFCD-7997-401C-B98D-991D08043710}" srcOrd="4" destOrd="0" presId="urn:microsoft.com/office/officeart/2018/5/layout/CenteredIconLabelDescriptionList"/>
    <dgm:cxn modelId="{65C7AFFA-2F93-45D3-B07D-6AD09ABB17EB}" type="presParOf" srcId="{DB5D18BD-97CE-4C98-AC1D-DC019E54759C}" destId="{7176EBA7-10D6-4B07-B5C5-F74278C4B166}" srcOrd="3" destOrd="0" presId="urn:microsoft.com/office/officeart/2018/5/layout/CenteredIconLabelDescriptionList"/>
    <dgm:cxn modelId="{5E14E02C-1687-4D53-B54F-A775F3F42AFB}" type="presParOf" srcId="{DB5D18BD-97CE-4C98-AC1D-DC019E54759C}" destId="{6E653CCD-1772-487C-8267-CF957F29686D}" srcOrd="4" destOrd="0" presId="urn:microsoft.com/office/officeart/2018/5/layout/CenteredIconLabelDescriptionList"/>
    <dgm:cxn modelId="{8319179F-687B-4267-BC93-C46ED5D7A8D9}" type="presParOf" srcId="{6E653CCD-1772-487C-8267-CF957F29686D}" destId="{46DBD94A-E58B-403B-AA06-B7CFA0EB983A}" srcOrd="0" destOrd="0" presId="urn:microsoft.com/office/officeart/2018/5/layout/CenteredIconLabelDescriptionList"/>
    <dgm:cxn modelId="{81182605-4CF3-40D3-81EB-6F602890BEDA}" type="presParOf" srcId="{6E653CCD-1772-487C-8267-CF957F29686D}" destId="{48DD1DEB-3453-498B-9123-4680CA2E2B25}" srcOrd="1" destOrd="0" presId="urn:microsoft.com/office/officeart/2018/5/layout/CenteredIconLabelDescriptionList"/>
    <dgm:cxn modelId="{612F378A-939F-4CE8-83F8-77482D86251D}" type="presParOf" srcId="{6E653CCD-1772-487C-8267-CF957F29686D}" destId="{2BC38D5E-96C3-4348-B743-BC91DCD77A41}" srcOrd="2" destOrd="0" presId="urn:microsoft.com/office/officeart/2018/5/layout/CenteredIconLabelDescriptionList"/>
    <dgm:cxn modelId="{C9AC3E48-4368-47A6-931F-116F94FA7935}" type="presParOf" srcId="{6E653CCD-1772-487C-8267-CF957F29686D}" destId="{19C2FE4B-06AA-41FA-B724-3BAE63E32E9C}" srcOrd="3" destOrd="0" presId="urn:microsoft.com/office/officeart/2018/5/layout/CenteredIconLabelDescriptionList"/>
    <dgm:cxn modelId="{C3DAE936-9535-4251-95B5-072007CE6E3F}" type="presParOf" srcId="{6E653CCD-1772-487C-8267-CF957F29686D}" destId="{549BEB33-9CD4-4355-B7DA-606E579EBA87}" srcOrd="4" destOrd="0" presId="urn:microsoft.com/office/officeart/2018/5/layout/CenteredIconLabelDescriptionList"/>
    <dgm:cxn modelId="{4E67D909-57E7-416E-BEEB-A3E90EB6BB18}" type="presParOf" srcId="{DB5D18BD-97CE-4C98-AC1D-DC019E54759C}" destId="{800AC75A-9C03-440D-81FE-076B1ED785F4}" srcOrd="5" destOrd="0" presId="urn:microsoft.com/office/officeart/2018/5/layout/CenteredIconLabelDescriptionList"/>
    <dgm:cxn modelId="{EA54477C-5983-4153-9DF1-F5838C1D084A}" type="presParOf" srcId="{DB5D18BD-97CE-4C98-AC1D-DC019E54759C}" destId="{35AC396F-0806-41EA-AF8F-EF9FB97F4487}" srcOrd="6" destOrd="0" presId="urn:microsoft.com/office/officeart/2018/5/layout/CenteredIconLabelDescriptionList"/>
    <dgm:cxn modelId="{54894C1A-23AA-4A90-BB59-8A61EF7C6121}" type="presParOf" srcId="{35AC396F-0806-41EA-AF8F-EF9FB97F4487}" destId="{BAB28673-B7CD-4D0B-B20A-6ACD61243BCC}" srcOrd="0" destOrd="0" presId="urn:microsoft.com/office/officeart/2018/5/layout/CenteredIconLabelDescriptionList"/>
    <dgm:cxn modelId="{D603C5EC-6B41-42F0-A8B6-07B1A967FA3F}" type="presParOf" srcId="{35AC396F-0806-41EA-AF8F-EF9FB97F4487}" destId="{829AB7F8-900D-4FEF-81B2-EBAB077FF70D}" srcOrd="1" destOrd="0" presId="urn:microsoft.com/office/officeart/2018/5/layout/CenteredIconLabelDescriptionList"/>
    <dgm:cxn modelId="{43649FCD-2587-42F8-B1B2-486BC84CA7E4}" type="presParOf" srcId="{35AC396F-0806-41EA-AF8F-EF9FB97F4487}" destId="{43739FE2-234D-4955-BDD9-E26661B3BA19}" srcOrd="2" destOrd="0" presId="urn:microsoft.com/office/officeart/2018/5/layout/CenteredIconLabelDescriptionList"/>
    <dgm:cxn modelId="{832AD604-2733-40DB-9642-9D85724D1B12}" type="presParOf" srcId="{35AC396F-0806-41EA-AF8F-EF9FB97F4487}" destId="{097F42E9-0844-481E-B27E-4C51456E173A}" srcOrd="3" destOrd="0" presId="urn:microsoft.com/office/officeart/2018/5/layout/CenteredIconLabelDescriptionList"/>
    <dgm:cxn modelId="{A14A8928-D67E-4350-A452-B8D3FB75635E}" type="presParOf" srcId="{35AC396F-0806-41EA-AF8F-EF9FB97F4487}" destId="{7685799A-782B-4DCA-9A6E-B7C976BD0F85}" srcOrd="4" destOrd="0" presId="urn:microsoft.com/office/officeart/2018/5/layout/CenteredIconLabelDescriptionList"/>
    <dgm:cxn modelId="{D7C86E2C-1F19-453C-9B8A-DF1E43B25A7A}" type="presParOf" srcId="{DB5D18BD-97CE-4C98-AC1D-DC019E54759C}" destId="{55C63917-D3F0-4AE7-854E-DA25FE00F9D8}" srcOrd="7" destOrd="0" presId="urn:microsoft.com/office/officeart/2018/5/layout/CenteredIconLabelDescriptionList"/>
    <dgm:cxn modelId="{8DFD7635-6FCD-4874-8E00-F6624C4D5A0C}" type="presParOf" srcId="{DB5D18BD-97CE-4C98-AC1D-DC019E54759C}" destId="{11C96C55-ABB6-46B6-B9E7-21DAE643A5AD}" srcOrd="8" destOrd="0" presId="urn:microsoft.com/office/officeart/2018/5/layout/CenteredIconLabelDescriptionList"/>
    <dgm:cxn modelId="{7FB570FE-A081-48DF-92E6-630CCC50294F}" type="presParOf" srcId="{11C96C55-ABB6-46B6-B9E7-21DAE643A5AD}" destId="{167D24F0-CDDA-4DE8-A06C-27C7804FE1A4}" srcOrd="0" destOrd="0" presId="urn:microsoft.com/office/officeart/2018/5/layout/CenteredIconLabelDescriptionList"/>
    <dgm:cxn modelId="{53C24F89-070C-4CA2-A744-B8601C056FF9}" type="presParOf" srcId="{11C96C55-ABB6-46B6-B9E7-21DAE643A5AD}" destId="{35E45A4C-15DC-4848-851C-5DDB6A8025DB}" srcOrd="1" destOrd="0" presId="urn:microsoft.com/office/officeart/2018/5/layout/CenteredIconLabelDescriptionList"/>
    <dgm:cxn modelId="{67EC57EF-2A84-4FD9-97CE-5F647A699661}" type="presParOf" srcId="{11C96C55-ABB6-46B6-B9E7-21DAE643A5AD}" destId="{812AF549-875A-408B-B270-A458B3D817F4}" srcOrd="2" destOrd="0" presId="urn:microsoft.com/office/officeart/2018/5/layout/CenteredIconLabelDescriptionList"/>
    <dgm:cxn modelId="{102F9BB9-F92F-46F9-AED9-BEFAAF4AE683}" type="presParOf" srcId="{11C96C55-ABB6-46B6-B9E7-21DAE643A5AD}" destId="{952E0C85-7813-4918-BC51-0DAF4FA5ACFE}" srcOrd="3" destOrd="0" presId="urn:microsoft.com/office/officeart/2018/5/layout/CenteredIconLabelDescriptionList"/>
    <dgm:cxn modelId="{47CE6A0B-D649-4D9F-9E7F-BB3A2E8208AC}" type="presParOf" srcId="{11C96C55-ABB6-46B6-B9E7-21DAE643A5AD}" destId="{7C3A35CF-ED26-46DE-A968-462DD2F0A945}" srcOrd="4" destOrd="0" presId="urn:microsoft.com/office/officeart/2018/5/layout/CenteredIconLabelDescriptionList"/>
    <dgm:cxn modelId="{3A544465-BABE-4C32-91F1-3BEB25F2B067}" type="presParOf" srcId="{DB5D18BD-97CE-4C98-AC1D-DC019E54759C}" destId="{D60C68A6-725B-43CF-A4A5-38C656114DBB}" srcOrd="9" destOrd="0" presId="urn:microsoft.com/office/officeart/2018/5/layout/CenteredIconLabelDescriptionList"/>
    <dgm:cxn modelId="{BC8F3919-5CE2-4C8E-8F2C-91A37F2619B1}" type="presParOf" srcId="{DB5D18BD-97CE-4C98-AC1D-DC019E54759C}" destId="{8BF0580F-78A7-4605-8FB7-FA765FE65B40}" srcOrd="10" destOrd="0" presId="urn:microsoft.com/office/officeart/2018/5/layout/CenteredIconLabelDescriptionList"/>
    <dgm:cxn modelId="{3FDED274-CA38-4BFF-9BDB-C004265983AE}" type="presParOf" srcId="{8BF0580F-78A7-4605-8FB7-FA765FE65B40}" destId="{3A65C7A0-F49D-4E9F-8C26-0005257AC126}" srcOrd="0" destOrd="0" presId="urn:microsoft.com/office/officeart/2018/5/layout/CenteredIconLabelDescriptionList"/>
    <dgm:cxn modelId="{09412A8A-0250-41E9-B356-FB169C8438CD}" type="presParOf" srcId="{8BF0580F-78A7-4605-8FB7-FA765FE65B40}" destId="{3A7478CC-B6F6-469A-8A63-F26B3AE84E1E}" srcOrd="1" destOrd="0" presId="urn:microsoft.com/office/officeart/2018/5/layout/CenteredIconLabelDescriptionList"/>
    <dgm:cxn modelId="{569FA6B0-567C-4871-8F5D-FBB872A487D4}" type="presParOf" srcId="{8BF0580F-78A7-4605-8FB7-FA765FE65B40}" destId="{5B1D4D75-5FFD-4322-9406-923C26D923E5}" srcOrd="2" destOrd="0" presId="urn:microsoft.com/office/officeart/2018/5/layout/CenteredIconLabelDescriptionList"/>
    <dgm:cxn modelId="{8819C2F5-24FE-4E79-A24F-135EFD902538}" type="presParOf" srcId="{8BF0580F-78A7-4605-8FB7-FA765FE65B40}" destId="{AA4282A0-F878-4D89-A669-F97349079900}" srcOrd="3" destOrd="0" presId="urn:microsoft.com/office/officeart/2018/5/layout/CenteredIconLabelDescriptionList"/>
    <dgm:cxn modelId="{326850F7-C46C-4018-853D-5044893B4049}" type="presParOf" srcId="{8BF0580F-78A7-4605-8FB7-FA765FE65B40}" destId="{63531117-0840-47C4-BF06-3E0DB4955AB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3FC436-DA62-4589-84E5-2A4699A84B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A964A52-D923-47B1-87C7-F6F0DABC658F}">
      <dgm:prSet/>
      <dgm:spPr/>
      <dgm:t>
        <a:bodyPr/>
        <a:lstStyle/>
        <a:p>
          <a:r>
            <a:rPr lang="en-US"/>
            <a:t>Player movement using W, A, S, D</a:t>
          </a:r>
        </a:p>
      </dgm:t>
    </dgm:pt>
    <dgm:pt modelId="{29A9B820-C327-4480-BA7A-374BDE4D7CF7}" type="parTrans" cxnId="{F9D16E84-08DF-4F2D-8CF2-EC637390232B}">
      <dgm:prSet/>
      <dgm:spPr/>
      <dgm:t>
        <a:bodyPr/>
        <a:lstStyle/>
        <a:p>
          <a:endParaRPr lang="en-US"/>
        </a:p>
      </dgm:t>
    </dgm:pt>
    <dgm:pt modelId="{3F0CAD64-1C54-43D1-91C5-482203BE4097}" type="sibTrans" cxnId="{F9D16E84-08DF-4F2D-8CF2-EC637390232B}">
      <dgm:prSet/>
      <dgm:spPr/>
      <dgm:t>
        <a:bodyPr/>
        <a:lstStyle/>
        <a:p>
          <a:endParaRPr lang="en-US"/>
        </a:p>
      </dgm:t>
    </dgm:pt>
    <dgm:pt modelId="{F8ABED73-4895-4301-B5C7-EE2DEC5223C8}">
      <dgm:prSet/>
      <dgm:spPr/>
      <dgm:t>
        <a:bodyPr/>
        <a:lstStyle/>
        <a:p>
          <a:r>
            <a:rPr lang="en-US"/>
            <a:t>Jumping using Spacebar</a:t>
          </a:r>
        </a:p>
      </dgm:t>
    </dgm:pt>
    <dgm:pt modelId="{853ADBEC-AB86-42E5-8E37-56ACB910872A}" type="parTrans" cxnId="{A8A4934C-58E2-4593-AB7C-14AD66407953}">
      <dgm:prSet/>
      <dgm:spPr/>
      <dgm:t>
        <a:bodyPr/>
        <a:lstStyle/>
        <a:p>
          <a:endParaRPr lang="en-US"/>
        </a:p>
      </dgm:t>
    </dgm:pt>
    <dgm:pt modelId="{C390AFDC-B769-478B-9697-CEBF3065DB5A}" type="sibTrans" cxnId="{A8A4934C-58E2-4593-AB7C-14AD66407953}">
      <dgm:prSet/>
      <dgm:spPr/>
      <dgm:t>
        <a:bodyPr/>
        <a:lstStyle/>
        <a:p>
          <a:endParaRPr lang="en-US"/>
        </a:p>
      </dgm:t>
    </dgm:pt>
    <dgm:pt modelId="{AD20194D-4230-4D2C-B6B2-B52A11FD7BEF}">
      <dgm:prSet/>
      <dgm:spPr/>
      <dgm:t>
        <a:bodyPr/>
        <a:lstStyle/>
        <a:p>
          <a:r>
            <a:rPr lang="en-US"/>
            <a:t>Game loop runs in a 3D Environment.</a:t>
          </a:r>
        </a:p>
      </dgm:t>
    </dgm:pt>
    <dgm:pt modelId="{81639E62-6F79-449D-AB7F-EB93A696777C}" type="parTrans" cxnId="{A36DA2FC-E709-4DC5-839F-A1AEC90B6BD1}">
      <dgm:prSet/>
      <dgm:spPr/>
      <dgm:t>
        <a:bodyPr/>
        <a:lstStyle/>
        <a:p>
          <a:endParaRPr lang="en-US"/>
        </a:p>
      </dgm:t>
    </dgm:pt>
    <dgm:pt modelId="{4072FB64-D089-43EB-ABD1-31754D07BCF3}" type="sibTrans" cxnId="{A36DA2FC-E709-4DC5-839F-A1AEC90B6BD1}">
      <dgm:prSet/>
      <dgm:spPr/>
      <dgm:t>
        <a:bodyPr/>
        <a:lstStyle/>
        <a:p>
          <a:endParaRPr lang="en-US"/>
        </a:p>
      </dgm:t>
    </dgm:pt>
    <dgm:pt modelId="{D1BD11B9-47E6-4EC2-979D-B0979DA2C601}" type="pres">
      <dgm:prSet presAssocID="{AD3FC436-DA62-4589-84E5-2A4699A84B36}" presName="root" presStyleCnt="0">
        <dgm:presLayoutVars>
          <dgm:dir/>
          <dgm:resizeHandles val="exact"/>
        </dgm:presLayoutVars>
      </dgm:prSet>
      <dgm:spPr/>
    </dgm:pt>
    <dgm:pt modelId="{3C8EBCC4-8A12-4C7B-8D77-95D4249F9B81}" type="pres">
      <dgm:prSet presAssocID="{0A964A52-D923-47B1-87C7-F6F0DABC658F}" presName="compNode" presStyleCnt="0"/>
      <dgm:spPr/>
    </dgm:pt>
    <dgm:pt modelId="{5F5C087D-4BAC-46AB-89CF-84385976730F}" type="pres">
      <dgm:prSet presAssocID="{0A964A52-D923-47B1-87C7-F6F0DABC65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 with solid fill"/>
        </a:ext>
      </dgm:extLst>
    </dgm:pt>
    <dgm:pt modelId="{19486D96-6663-4150-9A8E-917A12C8BCFF}" type="pres">
      <dgm:prSet presAssocID="{0A964A52-D923-47B1-87C7-F6F0DABC658F}" presName="spaceRect" presStyleCnt="0"/>
      <dgm:spPr/>
    </dgm:pt>
    <dgm:pt modelId="{ABB5ECF3-174C-4950-A31C-85862AE4B1B2}" type="pres">
      <dgm:prSet presAssocID="{0A964A52-D923-47B1-87C7-F6F0DABC658F}" presName="textRect" presStyleLbl="revTx" presStyleIdx="0" presStyleCnt="3">
        <dgm:presLayoutVars>
          <dgm:chMax val="1"/>
          <dgm:chPref val="1"/>
        </dgm:presLayoutVars>
      </dgm:prSet>
      <dgm:spPr/>
    </dgm:pt>
    <dgm:pt modelId="{59E1FBE5-345D-47EE-A43F-483A0186DA6F}" type="pres">
      <dgm:prSet presAssocID="{3F0CAD64-1C54-43D1-91C5-482203BE4097}" presName="sibTrans" presStyleCnt="0"/>
      <dgm:spPr/>
    </dgm:pt>
    <dgm:pt modelId="{3813620E-ABEA-46CA-A372-7979625D9E1A}" type="pres">
      <dgm:prSet presAssocID="{F8ABED73-4895-4301-B5C7-EE2DEC5223C8}" presName="compNode" presStyleCnt="0"/>
      <dgm:spPr/>
    </dgm:pt>
    <dgm:pt modelId="{7A737252-1F25-4A73-BFDC-2FA2B47F20E8}" type="pres">
      <dgm:prSet presAssocID="{F8ABED73-4895-4301-B5C7-EE2DEC522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C2785AE2-32AD-4790-B37E-359B01FB86E6}" type="pres">
      <dgm:prSet presAssocID="{F8ABED73-4895-4301-B5C7-EE2DEC5223C8}" presName="spaceRect" presStyleCnt="0"/>
      <dgm:spPr/>
    </dgm:pt>
    <dgm:pt modelId="{824511D0-B384-454F-B4A4-628DBC706291}" type="pres">
      <dgm:prSet presAssocID="{F8ABED73-4895-4301-B5C7-EE2DEC5223C8}" presName="textRect" presStyleLbl="revTx" presStyleIdx="1" presStyleCnt="3">
        <dgm:presLayoutVars>
          <dgm:chMax val="1"/>
          <dgm:chPref val="1"/>
        </dgm:presLayoutVars>
      </dgm:prSet>
      <dgm:spPr/>
    </dgm:pt>
    <dgm:pt modelId="{AEA013A7-6B4B-4C8B-9820-2EB85C2ACCE1}" type="pres">
      <dgm:prSet presAssocID="{C390AFDC-B769-478B-9697-CEBF3065DB5A}" presName="sibTrans" presStyleCnt="0"/>
      <dgm:spPr/>
    </dgm:pt>
    <dgm:pt modelId="{931D9930-5D79-46A1-9CB7-1CBBF20F7261}" type="pres">
      <dgm:prSet presAssocID="{AD20194D-4230-4D2C-B6B2-B52A11FD7BEF}" presName="compNode" presStyleCnt="0"/>
      <dgm:spPr/>
    </dgm:pt>
    <dgm:pt modelId="{573A50FB-BCBE-4987-AB2B-815AFD5930BD}" type="pres">
      <dgm:prSet presAssocID="{AD20194D-4230-4D2C-B6B2-B52A11FD7B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14DC213B-9DB2-4624-A8A7-0462D35AEC95}" type="pres">
      <dgm:prSet presAssocID="{AD20194D-4230-4D2C-B6B2-B52A11FD7BEF}" presName="spaceRect" presStyleCnt="0"/>
      <dgm:spPr/>
    </dgm:pt>
    <dgm:pt modelId="{F0C1DF16-D36E-4F8C-B7C0-801BAAB4EB40}" type="pres">
      <dgm:prSet presAssocID="{AD20194D-4230-4D2C-B6B2-B52A11FD7BE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D42811-BC95-4224-A0A8-03F379CB6F89}" type="presOf" srcId="{AD20194D-4230-4D2C-B6B2-B52A11FD7BEF}" destId="{F0C1DF16-D36E-4F8C-B7C0-801BAAB4EB40}" srcOrd="0" destOrd="0" presId="urn:microsoft.com/office/officeart/2018/2/layout/IconLabelList"/>
    <dgm:cxn modelId="{371F6537-BF3D-4F87-BB09-1562FB1404AD}" type="presOf" srcId="{F8ABED73-4895-4301-B5C7-EE2DEC5223C8}" destId="{824511D0-B384-454F-B4A4-628DBC706291}" srcOrd="0" destOrd="0" presId="urn:microsoft.com/office/officeart/2018/2/layout/IconLabelList"/>
    <dgm:cxn modelId="{A8A4934C-58E2-4593-AB7C-14AD66407953}" srcId="{AD3FC436-DA62-4589-84E5-2A4699A84B36}" destId="{F8ABED73-4895-4301-B5C7-EE2DEC5223C8}" srcOrd="1" destOrd="0" parTransId="{853ADBEC-AB86-42E5-8E37-56ACB910872A}" sibTransId="{C390AFDC-B769-478B-9697-CEBF3065DB5A}"/>
    <dgm:cxn modelId="{F9D16E84-08DF-4F2D-8CF2-EC637390232B}" srcId="{AD3FC436-DA62-4589-84E5-2A4699A84B36}" destId="{0A964A52-D923-47B1-87C7-F6F0DABC658F}" srcOrd="0" destOrd="0" parTransId="{29A9B820-C327-4480-BA7A-374BDE4D7CF7}" sibTransId="{3F0CAD64-1C54-43D1-91C5-482203BE4097}"/>
    <dgm:cxn modelId="{65AAACF1-49DC-46A7-815C-284BDAF404E0}" type="presOf" srcId="{0A964A52-D923-47B1-87C7-F6F0DABC658F}" destId="{ABB5ECF3-174C-4950-A31C-85862AE4B1B2}" srcOrd="0" destOrd="0" presId="urn:microsoft.com/office/officeart/2018/2/layout/IconLabelList"/>
    <dgm:cxn modelId="{A990B3F2-1B52-4E2C-91E1-A83FB3B91E04}" type="presOf" srcId="{AD3FC436-DA62-4589-84E5-2A4699A84B36}" destId="{D1BD11B9-47E6-4EC2-979D-B0979DA2C601}" srcOrd="0" destOrd="0" presId="urn:microsoft.com/office/officeart/2018/2/layout/IconLabelList"/>
    <dgm:cxn modelId="{A36DA2FC-E709-4DC5-839F-A1AEC90B6BD1}" srcId="{AD3FC436-DA62-4589-84E5-2A4699A84B36}" destId="{AD20194D-4230-4D2C-B6B2-B52A11FD7BEF}" srcOrd="2" destOrd="0" parTransId="{81639E62-6F79-449D-AB7F-EB93A696777C}" sibTransId="{4072FB64-D089-43EB-ABD1-31754D07BCF3}"/>
    <dgm:cxn modelId="{2E374F7B-B1F8-4982-A7C5-4D63DAAC48FD}" type="presParOf" srcId="{D1BD11B9-47E6-4EC2-979D-B0979DA2C601}" destId="{3C8EBCC4-8A12-4C7B-8D77-95D4249F9B81}" srcOrd="0" destOrd="0" presId="urn:microsoft.com/office/officeart/2018/2/layout/IconLabelList"/>
    <dgm:cxn modelId="{C0B40EF9-BBD7-4B1D-BB14-6EAAC861EADC}" type="presParOf" srcId="{3C8EBCC4-8A12-4C7B-8D77-95D4249F9B81}" destId="{5F5C087D-4BAC-46AB-89CF-84385976730F}" srcOrd="0" destOrd="0" presId="urn:microsoft.com/office/officeart/2018/2/layout/IconLabelList"/>
    <dgm:cxn modelId="{80219EBF-58AD-4851-8F92-AECBBD5BA99C}" type="presParOf" srcId="{3C8EBCC4-8A12-4C7B-8D77-95D4249F9B81}" destId="{19486D96-6663-4150-9A8E-917A12C8BCFF}" srcOrd="1" destOrd="0" presId="urn:microsoft.com/office/officeart/2018/2/layout/IconLabelList"/>
    <dgm:cxn modelId="{48CBABA4-2AF0-4C56-B6A3-0DD468F8195F}" type="presParOf" srcId="{3C8EBCC4-8A12-4C7B-8D77-95D4249F9B81}" destId="{ABB5ECF3-174C-4950-A31C-85862AE4B1B2}" srcOrd="2" destOrd="0" presId="urn:microsoft.com/office/officeart/2018/2/layout/IconLabelList"/>
    <dgm:cxn modelId="{BC2BFE97-8E5D-4255-8555-E3C2DF680E02}" type="presParOf" srcId="{D1BD11B9-47E6-4EC2-979D-B0979DA2C601}" destId="{59E1FBE5-345D-47EE-A43F-483A0186DA6F}" srcOrd="1" destOrd="0" presId="urn:microsoft.com/office/officeart/2018/2/layout/IconLabelList"/>
    <dgm:cxn modelId="{3B4C237E-2717-407B-A1CF-550783FB64A5}" type="presParOf" srcId="{D1BD11B9-47E6-4EC2-979D-B0979DA2C601}" destId="{3813620E-ABEA-46CA-A372-7979625D9E1A}" srcOrd="2" destOrd="0" presId="urn:microsoft.com/office/officeart/2018/2/layout/IconLabelList"/>
    <dgm:cxn modelId="{7A5B36AC-FBEA-4556-9FB1-52B59C0C3007}" type="presParOf" srcId="{3813620E-ABEA-46CA-A372-7979625D9E1A}" destId="{7A737252-1F25-4A73-BFDC-2FA2B47F20E8}" srcOrd="0" destOrd="0" presId="urn:microsoft.com/office/officeart/2018/2/layout/IconLabelList"/>
    <dgm:cxn modelId="{76CECD4F-F79A-4B66-8E61-ABAF4D8607E8}" type="presParOf" srcId="{3813620E-ABEA-46CA-A372-7979625D9E1A}" destId="{C2785AE2-32AD-4790-B37E-359B01FB86E6}" srcOrd="1" destOrd="0" presId="urn:microsoft.com/office/officeart/2018/2/layout/IconLabelList"/>
    <dgm:cxn modelId="{0CB0555D-4589-4ED6-8385-85D6EE3A8C6D}" type="presParOf" srcId="{3813620E-ABEA-46CA-A372-7979625D9E1A}" destId="{824511D0-B384-454F-B4A4-628DBC706291}" srcOrd="2" destOrd="0" presId="urn:microsoft.com/office/officeart/2018/2/layout/IconLabelList"/>
    <dgm:cxn modelId="{4AC17566-937F-4A99-B1A5-1F6444A12306}" type="presParOf" srcId="{D1BD11B9-47E6-4EC2-979D-B0979DA2C601}" destId="{AEA013A7-6B4B-4C8B-9820-2EB85C2ACCE1}" srcOrd="3" destOrd="0" presId="urn:microsoft.com/office/officeart/2018/2/layout/IconLabelList"/>
    <dgm:cxn modelId="{A2FF5291-37B8-4456-88D8-D882E0F1F7B9}" type="presParOf" srcId="{D1BD11B9-47E6-4EC2-979D-B0979DA2C601}" destId="{931D9930-5D79-46A1-9CB7-1CBBF20F7261}" srcOrd="4" destOrd="0" presId="urn:microsoft.com/office/officeart/2018/2/layout/IconLabelList"/>
    <dgm:cxn modelId="{E3BF5FF1-6965-43FD-A3BA-FED0AD23BD05}" type="presParOf" srcId="{931D9930-5D79-46A1-9CB7-1CBBF20F7261}" destId="{573A50FB-BCBE-4987-AB2B-815AFD5930BD}" srcOrd="0" destOrd="0" presId="urn:microsoft.com/office/officeart/2018/2/layout/IconLabelList"/>
    <dgm:cxn modelId="{366A850F-6791-4436-B4A8-E9209135809A}" type="presParOf" srcId="{931D9930-5D79-46A1-9CB7-1CBBF20F7261}" destId="{14DC213B-9DB2-4624-A8A7-0462D35AEC95}" srcOrd="1" destOrd="0" presId="urn:microsoft.com/office/officeart/2018/2/layout/IconLabelList"/>
    <dgm:cxn modelId="{A88E3D59-2297-46FB-8030-65872A92BEC7}" type="presParOf" srcId="{931D9930-5D79-46A1-9CB7-1CBBF20F7261}" destId="{F0C1DF16-D36E-4F8C-B7C0-801BAAB4EB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E44C2F-083D-4C6C-B2EF-8E66603C8FE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9648C1-9940-4B26-8BCE-07054B728759}">
      <dgm:prSet/>
      <dgm:spPr/>
      <dgm:t>
        <a:bodyPr/>
        <a:lstStyle/>
        <a:p>
          <a:r>
            <a:rPr lang="en-US"/>
            <a:t>I will add a rain animation when entering the mountain section. I will also include wind effects. Animals and trees will be added to enhance the environment, and weapons can be provided to the player</a:t>
          </a:r>
        </a:p>
      </dgm:t>
    </dgm:pt>
    <dgm:pt modelId="{7A3134AC-C1C5-42F6-AE87-48319E5B109C}" type="parTrans" cxnId="{A417F692-EA49-4B02-89AA-C447C1075C0E}">
      <dgm:prSet/>
      <dgm:spPr/>
      <dgm:t>
        <a:bodyPr/>
        <a:lstStyle/>
        <a:p>
          <a:endParaRPr lang="en-US"/>
        </a:p>
      </dgm:t>
    </dgm:pt>
    <dgm:pt modelId="{65CF5A0C-5EE4-4720-BA5B-7507A68C6C65}" type="sibTrans" cxnId="{A417F692-EA49-4B02-89AA-C447C1075C0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C426AC2-BF4A-4EB6-9470-ED78B3106283}">
      <dgm:prSet/>
      <dgm:spPr/>
      <dgm:t>
        <a:bodyPr/>
        <a:lstStyle/>
        <a:p>
          <a:r>
            <a:rPr lang="en-US"/>
            <a:t>Enhanced Gameplay Mechanics</a:t>
          </a:r>
        </a:p>
      </dgm:t>
    </dgm:pt>
    <dgm:pt modelId="{3E5EC7C7-C12A-4960-A46C-4258EB378054}" type="parTrans" cxnId="{A9B1BE59-C8A2-4346-8213-30437A798ED7}">
      <dgm:prSet/>
      <dgm:spPr/>
      <dgm:t>
        <a:bodyPr/>
        <a:lstStyle/>
        <a:p>
          <a:endParaRPr lang="en-US"/>
        </a:p>
      </dgm:t>
    </dgm:pt>
    <dgm:pt modelId="{1384A442-3788-4E65-A290-D62C37F260B6}" type="sibTrans" cxnId="{A9B1BE59-C8A2-4346-8213-30437A798ED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F4513F3-83D4-4040-8499-F63EE4B03A55}">
      <dgm:prSet/>
      <dgm:spPr/>
      <dgm:t>
        <a:bodyPr/>
        <a:lstStyle/>
        <a:p>
          <a:r>
            <a:rPr lang="en-US"/>
            <a:t>Add different types of collectible items with varied effects (e.g., power-ups, health packs).</a:t>
          </a:r>
        </a:p>
      </dgm:t>
    </dgm:pt>
    <dgm:pt modelId="{39DFFC4D-1487-48D8-A24F-DEDE5293A042}" type="parTrans" cxnId="{737AB00F-5C58-48F4-8D98-082618152357}">
      <dgm:prSet/>
      <dgm:spPr/>
      <dgm:t>
        <a:bodyPr/>
        <a:lstStyle/>
        <a:p>
          <a:endParaRPr lang="en-US"/>
        </a:p>
      </dgm:t>
    </dgm:pt>
    <dgm:pt modelId="{C6A7CF9D-0CC9-4884-B06A-4D5649F72F4A}" type="sibTrans" cxnId="{737AB00F-5C58-48F4-8D98-082618152357}">
      <dgm:prSet/>
      <dgm:spPr/>
      <dgm:t>
        <a:bodyPr/>
        <a:lstStyle/>
        <a:p>
          <a:endParaRPr lang="en-US"/>
        </a:p>
      </dgm:t>
    </dgm:pt>
    <dgm:pt modelId="{E9E5F338-60C9-4D8C-941D-0E3AC113B5A8}">
      <dgm:prSet/>
      <dgm:spPr/>
      <dgm:t>
        <a:bodyPr/>
        <a:lstStyle/>
        <a:p>
          <a:r>
            <a:rPr lang="en-US"/>
            <a:t>Introduce enemy AI and obstacle avoidance to increase challenge.</a:t>
          </a:r>
        </a:p>
      </dgm:t>
    </dgm:pt>
    <dgm:pt modelId="{2D01A16B-F2BA-4396-8FF2-963CDA9FBF74}" type="parTrans" cxnId="{CF9154B9-60C9-4AA0-BDF9-33E93D183965}">
      <dgm:prSet/>
      <dgm:spPr/>
      <dgm:t>
        <a:bodyPr/>
        <a:lstStyle/>
        <a:p>
          <a:endParaRPr lang="en-US"/>
        </a:p>
      </dgm:t>
    </dgm:pt>
    <dgm:pt modelId="{5FFFC76C-2F8B-4AD4-B2A5-DF81AFA558B1}" type="sibTrans" cxnId="{CF9154B9-60C9-4AA0-BDF9-33E93D183965}">
      <dgm:prSet/>
      <dgm:spPr/>
      <dgm:t>
        <a:bodyPr/>
        <a:lstStyle/>
        <a:p>
          <a:endParaRPr lang="en-US"/>
        </a:p>
      </dgm:t>
    </dgm:pt>
    <dgm:pt modelId="{399E1FC0-4D20-421C-B404-9C8DE3752098}">
      <dgm:prSet/>
      <dgm:spPr/>
      <dgm:t>
        <a:bodyPr/>
        <a:lstStyle/>
        <a:p>
          <a:r>
            <a:rPr lang="en-US"/>
            <a:t>Improved Player Interaction</a:t>
          </a:r>
        </a:p>
      </dgm:t>
    </dgm:pt>
    <dgm:pt modelId="{57CFB5B6-A445-421D-83EE-13BEE91D38DC}" type="parTrans" cxnId="{F50B98A9-267B-4CD1-8093-FBD65D5EE11A}">
      <dgm:prSet/>
      <dgm:spPr/>
      <dgm:t>
        <a:bodyPr/>
        <a:lstStyle/>
        <a:p>
          <a:endParaRPr lang="en-US"/>
        </a:p>
      </dgm:t>
    </dgm:pt>
    <dgm:pt modelId="{4208D19D-71A2-4F84-9568-7914FBC90C30}" type="sibTrans" cxnId="{F50B98A9-267B-4CD1-8093-FBD65D5EE11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A1F124F-CA47-4C49-89F5-2534C3A77308}">
      <dgm:prSet/>
      <dgm:spPr/>
      <dgm:t>
        <a:bodyPr/>
        <a:lstStyle/>
        <a:p>
          <a:r>
            <a:rPr lang="en-US"/>
            <a:t>Implement player animations for walking, jumping, and collecting coins.</a:t>
          </a:r>
        </a:p>
      </dgm:t>
    </dgm:pt>
    <dgm:pt modelId="{C6D71687-6269-4416-8587-D10D81305DDD}" type="parTrans" cxnId="{0F2E7E89-34CB-4685-BFCA-E92A6F3E2BC0}">
      <dgm:prSet/>
      <dgm:spPr/>
      <dgm:t>
        <a:bodyPr/>
        <a:lstStyle/>
        <a:p>
          <a:endParaRPr lang="en-US"/>
        </a:p>
      </dgm:t>
    </dgm:pt>
    <dgm:pt modelId="{AD4B8613-7115-4E4F-BDDC-92E01BB34DB0}" type="sibTrans" cxnId="{0F2E7E89-34CB-4685-BFCA-E92A6F3E2BC0}">
      <dgm:prSet/>
      <dgm:spPr/>
      <dgm:t>
        <a:bodyPr/>
        <a:lstStyle/>
        <a:p>
          <a:endParaRPr lang="en-US"/>
        </a:p>
      </dgm:t>
    </dgm:pt>
    <dgm:pt modelId="{EF2ABE51-22ED-4FB3-8255-223718AA0EBE}">
      <dgm:prSet/>
      <dgm:spPr/>
      <dgm:t>
        <a:bodyPr/>
        <a:lstStyle/>
        <a:p>
          <a:r>
            <a:rPr lang="en-US"/>
            <a:t>Add feedback effects like sounds, particle effects, and UI updates on coin collection.</a:t>
          </a:r>
        </a:p>
      </dgm:t>
    </dgm:pt>
    <dgm:pt modelId="{F3A28D1A-14A7-4E1F-85F1-11C33C492EC7}" type="parTrans" cxnId="{257C2BA4-0EE6-4666-8C25-F00982D9138B}">
      <dgm:prSet/>
      <dgm:spPr/>
      <dgm:t>
        <a:bodyPr/>
        <a:lstStyle/>
        <a:p>
          <a:endParaRPr lang="en-US"/>
        </a:p>
      </dgm:t>
    </dgm:pt>
    <dgm:pt modelId="{28A6EF9B-4CA9-4BA3-B9BE-971F13EA34CC}" type="sibTrans" cxnId="{257C2BA4-0EE6-4666-8C25-F00982D9138B}">
      <dgm:prSet/>
      <dgm:spPr/>
      <dgm:t>
        <a:bodyPr/>
        <a:lstStyle/>
        <a:p>
          <a:endParaRPr lang="en-US"/>
        </a:p>
      </dgm:t>
    </dgm:pt>
    <dgm:pt modelId="{82D1319E-F6F5-4AE9-BE50-305F0FF541EC}" type="pres">
      <dgm:prSet presAssocID="{CFE44C2F-083D-4C6C-B2EF-8E66603C8FEA}" presName="Name0" presStyleCnt="0">
        <dgm:presLayoutVars>
          <dgm:animLvl val="lvl"/>
          <dgm:resizeHandles val="exact"/>
        </dgm:presLayoutVars>
      </dgm:prSet>
      <dgm:spPr/>
    </dgm:pt>
    <dgm:pt modelId="{BF4FC46B-C146-47B4-86F4-EB01B90452B6}" type="pres">
      <dgm:prSet presAssocID="{6C9648C1-9940-4B26-8BCE-07054B728759}" presName="compositeNode" presStyleCnt="0">
        <dgm:presLayoutVars>
          <dgm:bulletEnabled val="1"/>
        </dgm:presLayoutVars>
      </dgm:prSet>
      <dgm:spPr/>
    </dgm:pt>
    <dgm:pt modelId="{C48D9D36-C76A-4B46-B83D-FE90D0E2D984}" type="pres">
      <dgm:prSet presAssocID="{6C9648C1-9940-4B26-8BCE-07054B728759}" presName="bgRect" presStyleLbl="bgAccFollowNode1" presStyleIdx="0" presStyleCnt="3"/>
      <dgm:spPr/>
    </dgm:pt>
    <dgm:pt modelId="{D8FFC20F-010F-4A71-9179-31E5C112D393}" type="pres">
      <dgm:prSet presAssocID="{65CF5A0C-5EE4-4720-BA5B-7507A68C6C6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CE110D52-0ECF-4F24-9B25-71B9F4F83534}" type="pres">
      <dgm:prSet presAssocID="{6C9648C1-9940-4B26-8BCE-07054B728759}" presName="bottomLine" presStyleLbl="alignNode1" presStyleIdx="1" presStyleCnt="6">
        <dgm:presLayoutVars/>
      </dgm:prSet>
      <dgm:spPr/>
    </dgm:pt>
    <dgm:pt modelId="{CBD8191E-E464-4B58-AF36-9F9E604B6F08}" type="pres">
      <dgm:prSet presAssocID="{6C9648C1-9940-4B26-8BCE-07054B728759}" presName="nodeText" presStyleLbl="bgAccFollowNode1" presStyleIdx="0" presStyleCnt="3">
        <dgm:presLayoutVars>
          <dgm:bulletEnabled val="1"/>
        </dgm:presLayoutVars>
      </dgm:prSet>
      <dgm:spPr/>
    </dgm:pt>
    <dgm:pt modelId="{C6F68FAC-9C14-4167-BB45-E7175D666C86}" type="pres">
      <dgm:prSet presAssocID="{65CF5A0C-5EE4-4720-BA5B-7507A68C6C65}" presName="sibTrans" presStyleCnt="0"/>
      <dgm:spPr/>
    </dgm:pt>
    <dgm:pt modelId="{5D0B89AC-703D-48AA-B8BD-62ADCA8CE2C2}" type="pres">
      <dgm:prSet presAssocID="{DC426AC2-BF4A-4EB6-9470-ED78B3106283}" presName="compositeNode" presStyleCnt="0">
        <dgm:presLayoutVars>
          <dgm:bulletEnabled val="1"/>
        </dgm:presLayoutVars>
      </dgm:prSet>
      <dgm:spPr/>
    </dgm:pt>
    <dgm:pt modelId="{791A66B2-E940-4C59-9118-F192EB933E8F}" type="pres">
      <dgm:prSet presAssocID="{DC426AC2-BF4A-4EB6-9470-ED78B3106283}" presName="bgRect" presStyleLbl="bgAccFollowNode1" presStyleIdx="1" presStyleCnt="3"/>
      <dgm:spPr/>
    </dgm:pt>
    <dgm:pt modelId="{7CB3FD87-DFF9-4008-9CC6-FDEF9C95438D}" type="pres">
      <dgm:prSet presAssocID="{1384A442-3788-4E65-A290-D62C37F260B6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4814B66-BF37-42D7-B496-95F05E8218FB}" type="pres">
      <dgm:prSet presAssocID="{DC426AC2-BF4A-4EB6-9470-ED78B3106283}" presName="bottomLine" presStyleLbl="alignNode1" presStyleIdx="3" presStyleCnt="6">
        <dgm:presLayoutVars/>
      </dgm:prSet>
      <dgm:spPr/>
    </dgm:pt>
    <dgm:pt modelId="{48CD6EE9-753C-4ABF-B500-3058B65C7953}" type="pres">
      <dgm:prSet presAssocID="{DC426AC2-BF4A-4EB6-9470-ED78B3106283}" presName="nodeText" presStyleLbl="bgAccFollowNode1" presStyleIdx="1" presStyleCnt="3">
        <dgm:presLayoutVars>
          <dgm:bulletEnabled val="1"/>
        </dgm:presLayoutVars>
      </dgm:prSet>
      <dgm:spPr/>
    </dgm:pt>
    <dgm:pt modelId="{D99A1CF0-E06C-4C7C-9DC3-61DA657A345B}" type="pres">
      <dgm:prSet presAssocID="{1384A442-3788-4E65-A290-D62C37F260B6}" presName="sibTrans" presStyleCnt="0"/>
      <dgm:spPr/>
    </dgm:pt>
    <dgm:pt modelId="{8569BCFF-833D-402D-BDC3-7354AB7BE7BC}" type="pres">
      <dgm:prSet presAssocID="{399E1FC0-4D20-421C-B404-9C8DE3752098}" presName="compositeNode" presStyleCnt="0">
        <dgm:presLayoutVars>
          <dgm:bulletEnabled val="1"/>
        </dgm:presLayoutVars>
      </dgm:prSet>
      <dgm:spPr/>
    </dgm:pt>
    <dgm:pt modelId="{76E2D7B3-4722-4E70-96B7-40AEB83F7D60}" type="pres">
      <dgm:prSet presAssocID="{399E1FC0-4D20-421C-B404-9C8DE3752098}" presName="bgRect" presStyleLbl="bgAccFollowNode1" presStyleIdx="2" presStyleCnt="3"/>
      <dgm:spPr/>
    </dgm:pt>
    <dgm:pt modelId="{D6CB2DBD-68FF-43F0-9216-5D1B44FACE05}" type="pres">
      <dgm:prSet presAssocID="{4208D19D-71A2-4F84-9568-7914FBC90C3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95180A5-86F2-4EA4-B72A-D3BC46FF73B1}" type="pres">
      <dgm:prSet presAssocID="{399E1FC0-4D20-421C-B404-9C8DE3752098}" presName="bottomLine" presStyleLbl="alignNode1" presStyleIdx="5" presStyleCnt="6">
        <dgm:presLayoutVars/>
      </dgm:prSet>
      <dgm:spPr/>
    </dgm:pt>
    <dgm:pt modelId="{6C841D13-FB50-410D-AFB5-B7ACC57157A0}" type="pres">
      <dgm:prSet presAssocID="{399E1FC0-4D20-421C-B404-9C8DE375209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37AB00F-5C58-48F4-8D98-082618152357}" srcId="{DC426AC2-BF4A-4EB6-9470-ED78B3106283}" destId="{2F4513F3-83D4-4040-8499-F63EE4B03A55}" srcOrd="0" destOrd="0" parTransId="{39DFFC4D-1487-48D8-A24F-DEDE5293A042}" sibTransId="{C6A7CF9D-0CC9-4884-B06A-4D5649F72F4A}"/>
    <dgm:cxn modelId="{CA434310-42AC-47BF-8537-7CB69716D5D7}" type="presOf" srcId="{399E1FC0-4D20-421C-B404-9C8DE3752098}" destId="{6C841D13-FB50-410D-AFB5-B7ACC57157A0}" srcOrd="1" destOrd="0" presId="urn:microsoft.com/office/officeart/2016/7/layout/BasicLinearProcessNumbered"/>
    <dgm:cxn modelId="{DF36C820-95FD-4676-B5A0-6B7AD62F3D36}" type="presOf" srcId="{6C9648C1-9940-4B26-8BCE-07054B728759}" destId="{C48D9D36-C76A-4B46-B83D-FE90D0E2D984}" srcOrd="0" destOrd="0" presId="urn:microsoft.com/office/officeart/2016/7/layout/BasicLinearProcessNumbered"/>
    <dgm:cxn modelId="{4D16FB25-1CB3-49FE-9349-10AC9E9694F5}" type="presOf" srcId="{E9E5F338-60C9-4D8C-941D-0E3AC113B5A8}" destId="{48CD6EE9-753C-4ABF-B500-3058B65C7953}" srcOrd="0" destOrd="2" presId="urn:microsoft.com/office/officeart/2016/7/layout/BasicLinearProcessNumbered"/>
    <dgm:cxn modelId="{41C45050-3421-4446-B170-40CD66E2623D}" type="presOf" srcId="{EF2ABE51-22ED-4FB3-8255-223718AA0EBE}" destId="{6C841D13-FB50-410D-AFB5-B7ACC57157A0}" srcOrd="0" destOrd="2" presId="urn:microsoft.com/office/officeart/2016/7/layout/BasicLinearProcessNumbered"/>
    <dgm:cxn modelId="{A9B1BE59-C8A2-4346-8213-30437A798ED7}" srcId="{CFE44C2F-083D-4C6C-B2EF-8E66603C8FEA}" destId="{DC426AC2-BF4A-4EB6-9470-ED78B3106283}" srcOrd="1" destOrd="0" parTransId="{3E5EC7C7-C12A-4960-A46C-4258EB378054}" sibTransId="{1384A442-3788-4E65-A290-D62C37F260B6}"/>
    <dgm:cxn modelId="{0F2E7E89-34CB-4685-BFCA-E92A6F3E2BC0}" srcId="{399E1FC0-4D20-421C-B404-9C8DE3752098}" destId="{BA1F124F-CA47-4C49-89F5-2534C3A77308}" srcOrd="0" destOrd="0" parTransId="{C6D71687-6269-4416-8587-D10D81305DDD}" sibTransId="{AD4B8613-7115-4E4F-BDDC-92E01BB34DB0}"/>
    <dgm:cxn modelId="{1CD2598D-D82D-462B-8F09-5B8B4B946937}" type="presOf" srcId="{4208D19D-71A2-4F84-9568-7914FBC90C30}" destId="{D6CB2DBD-68FF-43F0-9216-5D1B44FACE05}" srcOrd="0" destOrd="0" presId="urn:microsoft.com/office/officeart/2016/7/layout/BasicLinearProcessNumbered"/>
    <dgm:cxn modelId="{0A5E2792-DE2D-49B7-8F54-4F81742D0103}" type="presOf" srcId="{6C9648C1-9940-4B26-8BCE-07054B728759}" destId="{CBD8191E-E464-4B58-AF36-9F9E604B6F08}" srcOrd="1" destOrd="0" presId="urn:microsoft.com/office/officeart/2016/7/layout/BasicLinearProcessNumbered"/>
    <dgm:cxn modelId="{A417F692-EA49-4B02-89AA-C447C1075C0E}" srcId="{CFE44C2F-083D-4C6C-B2EF-8E66603C8FEA}" destId="{6C9648C1-9940-4B26-8BCE-07054B728759}" srcOrd="0" destOrd="0" parTransId="{7A3134AC-C1C5-42F6-AE87-48319E5B109C}" sibTransId="{65CF5A0C-5EE4-4720-BA5B-7507A68C6C65}"/>
    <dgm:cxn modelId="{DC08109C-627E-43F7-8D69-FA4A15F40723}" type="presOf" srcId="{CFE44C2F-083D-4C6C-B2EF-8E66603C8FEA}" destId="{82D1319E-F6F5-4AE9-BE50-305F0FF541EC}" srcOrd="0" destOrd="0" presId="urn:microsoft.com/office/officeart/2016/7/layout/BasicLinearProcessNumbered"/>
    <dgm:cxn modelId="{257C2BA4-0EE6-4666-8C25-F00982D9138B}" srcId="{399E1FC0-4D20-421C-B404-9C8DE3752098}" destId="{EF2ABE51-22ED-4FB3-8255-223718AA0EBE}" srcOrd="1" destOrd="0" parTransId="{F3A28D1A-14A7-4E1F-85F1-11C33C492EC7}" sibTransId="{28A6EF9B-4CA9-4BA3-B9BE-971F13EA34CC}"/>
    <dgm:cxn modelId="{F50B98A9-267B-4CD1-8093-FBD65D5EE11A}" srcId="{CFE44C2F-083D-4C6C-B2EF-8E66603C8FEA}" destId="{399E1FC0-4D20-421C-B404-9C8DE3752098}" srcOrd="2" destOrd="0" parTransId="{57CFB5B6-A445-421D-83EE-13BEE91D38DC}" sibTransId="{4208D19D-71A2-4F84-9568-7914FBC90C30}"/>
    <dgm:cxn modelId="{984E69B0-C2D2-46F7-A86C-9D3E00A25C75}" type="presOf" srcId="{BA1F124F-CA47-4C49-89F5-2534C3A77308}" destId="{6C841D13-FB50-410D-AFB5-B7ACC57157A0}" srcOrd="0" destOrd="1" presId="urn:microsoft.com/office/officeart/2016/7/layout/BasicLinearProcessNumbered"/>
    <dgm:cxn modelId="{6E3374B2-3F95-4FC0-B061-6CA154F13B69}" type="presOf" srcId="{399E1FC0-4D20-421C-B404-9C8DE3752098}" destId="{76E2D7B3-4722-4E70-96B7-40AEB83F7D60}" srcOrd="0" destOrd="0" presId="urn:microsoft.com/office/officeart/2016/7/layout/BasicLinearProcessNumbered"/>
    <dgm:cxn modelId="{CF9154B9-60C9-4AA0-BDF9-33E93D183965}" srcId="{DC426AC2-BF4A-4EB6-9470-ED78B3106283}" destId="{E9E5F338-60C9-4D8C-941D-0E3AC113B5A8}" srcOrd="1" destOrd="0" parTransId="{2D01A16B-F2BA-4396-8FF2-963CDA9FBF74}" sibTransId="{5FFFC76C-2F8B-4AD4-B2A5-DF81AFA558B1}"/>
    <dgm:cxn modelId="{02D686B9-E55B-4F11-BF7F-B926EBFC227A}" type="presOf" srcId="{1384A442-3788-4E65-A290-D62C37F260B6}" destId="{7CB3FD87-DFF9-4008-9CC6-FDEF9C95438D}" srcOrd="0" destOrd="0" presId="urn:microsoft.com/office/officeart/2016/7/layout/BasicLinearProcessNumbered"/>
    <dgm:cxn modelId="{042252BA-CAA3-4CC5-A9D7-61E15E421542}" type="presOf" srcId="{65CF5A0C-5EE4-4720-BA5B-7507A68C6C65}" destId="{D8FFC20F-010F-4A71-9179-31E5C112D393}" srcOrd="0" destOrd="0" presId="urn:microsoft.com/office/officeart/2016/7/layout/BasicLinearProcessNumbered"/>
    <dgm:cxn modelId="{8C15F1F0-E895-4D5A-ABD1-98B6564BE85D}" type="presOf" srcId="{2F4513F3-83D4-4040-8499-F63EE4B03A55}" destId="{48CD6EE9-753C-4ABF-B500-3058B65C7953}" srcOrd="0" destOrd="1" presId="urn:microsoft.com/office/officeart/2016/7/layout/BasicLinearProcessNumbered"/>
    <dgm:cxn modelId="{9AE04BF1-21F6-4ACC-AB61-8849041809E7}" type="presOf" srcId="{DC426AC2-BF4A-4EB6-9470-ED78B3106283}" destId="{791A66B2-E940-4C59-9118-F192EB933E8F}" srcOrd="0" destOrd="0" presId="urn:microsoft.com/office/officeart/2016/7/layout/BasicLinearProcessNumbered"/>
    <dgm:cxn modelId="{3D7C18FB-9567-4529-8161-5A3CFA2A3FE3}" type="presOf" srcId="{DC426AC2-BF4A-4EB6-9470-ED78B3106283}" destId="{48CD6EE9-753C-4ABF-B500-3058B65C7953}" srcOrd="1" destOrd="0" presId="urn:microsoft.com/office/officeart/2016/7/layout/BasicLinearProcessNumbered"/>
    <dgm:cxn modelId="{1CCED625-FDF9-443E-A89A-D35F7A963535}" type="presParOf" srcId="{82D1319E-F6F5-4AE9-BE50-305F0FF541EC}" destId="{BF4FC46B-C146-47B4-86F4-EB01B90452B6}" srcOrd="0" destOrd="0" presId="urn:microsoft.com/office/officeart/2016/7/layout/BasicLinearProcessNumbered"/>
    <dgm:cxn modelId="{EE845F94-7BE0-4496-A156-4CB5A9F9ED19}" type="presParOf" srcId="{BF4FC46B-C146-47B4-86F4-EB01B90452B6}" destId="{C48D9D36-C76A-4B46-B83D-FE90D0E2D984}" srcOrd="0" destOrd="0" presId="urn:microsoft.com/office/officeart/2016/7/layout/BasicLinearProcessNumbered"/>
    <dgm:cxn modelId="{DF737D98-7188-4AD4-A048-6D4C3082CCB1}" type="presParOf" srcId="{BF4FC46B-C146-47B4-86F4-EB01B90452B6}" destId="{D8FFC20F-010F-4A71-9179-31E5C112D393}" srcOrd="1" destOrd="0" presId="urn:microsoft.com/office/officeart/2016/7/layout/BasicLinearProcessNumbered"/>
    <dgm:cxn modelId="{CCC9A3A5-6D4E-4A9E-959A-6D4D1EC1C744}" type="presParOf" srcId="{BF4FC46B-C146-47B4-86F4-EB01B90452B6}" destId="{CE110D52-0ECF-4F24-9B25-71B9F4F83534}" srcOrd="2" destOrd="0" presId="urn:microsoft.com/office/officeart/2016/7/layout/BasicLinearProcessNumbered"/>
    <dgm:cxn modelId="{DB81379C-87C2-4D51-B6B6-8D84D9606E51}" type="presParOf" srcId="{BF4FC46B-C146-47B4-86F4-EB01B90452B6}" destId="{CBD8191E-E464-4B58-AF36-9F9E604B6F08}" srcOrd="3" destOrd="0" presId="urn:microsoft.com/office/officeart/2016/7/layout/BasicLinearProcessNumbered"/>
    <dgm:cxn modelId="{284C572C-2859-48F7-8C71-2F284BB0D0AE}" type="presParOf" srcId="{82D1319E-F6F5-4AE9-BE50-305F0FF541EC}" destId="{C6F68FAC-9C14-4167-BB45-E7175D666C86}" srcOrd="1" destOrd="0" presId="urn:microsoft.com/office/officeart/2016/7/layout/BasicLinearProcessNumbered"/>
    <dgm:cxn modelId="{4D8A4D1E-F84C-433F-8430-2AD3EE54ADEB}" type="presParOf" srcId="{82D1319E-F6F5-4AE9-BE50-305F0FF541EC}" destId="{5D0B89AC-703D-48AA-B8BD-62ADCA8CE2C2}" srcOrd="2" destOrd="0" presId="urn:microsoft.com/office/officeart/2016/7/layout/BasicLinearProcessNumbered"/>
    <dgm:cxn modelId="{9750980B-000E-4F2F-98F9-2320BB1DC699}" type="presParOf" srcId="{5D0B89AC-703D-48AA-B8BD-62ADCA8CE2C2}" destId="{791A66B2-E940-4C59-9118-F192EB933E8F}" srcOrd="0" destOrd="0" presId="urn:microsoft.com/office/officeart/2016/7/layout/BasicLinearProcessNumbered"/>
    <dgm:cxn modelId="{0EB75549-8BD6-46DA-B2B3-CD217E812CE3}" type="presParOf" srcId="{5D0B89AC-703D-48AA-B8BD-62ADCA8CE2C2}" destId="{7CB3FD87-DFF9-4008-9CC6-FDEF9C95438D}" srcOrd="1" destOrd="0" presId="urn:microsoft.com/office/officeart/2016/7/layout/BasicLinearProcessNumbered"/>
    <dgm:cxn modelId="{90ABCB6A-0561-4808-B43E-5E594C2F230A}" type="presParOf" srcId="{5D0B89AC-703D-48AA-B8BD-62ADCA8CE2C2}" destId="{D4814B66-BF37-42D7-B496-95F05E8218FB}" srcOrd="2" destOrd="0" presId="urn:microsoft.com/office/officeart/2016/7/layout/BasicLinearProcessNumbered"/>
    <dgm:cxn modelId="{622BE793-2A87-4C9A-ADF5-0F6BF176CB5C}" type="presParOf" srcId="{5D0B89AC-703D-48AA-B8BD-62ADCA8CE2C2}" destId="{48CD6EE9-753C-4ABF-B500-3058B65C7953}" srcOrd="3" destOrd="0" presId="urn:microsoft.com/office/officeart/2016/7/layout/BasicLinearProcessNumbered"/>
    <dgm:cxn modelId="{2D4EEEF8-BC9D-412F-AE51-AA741F3DE27C}" type="presParOf" srcId="{82D1319E-F6F5-4AE9-BE50-305F0FF541EC}" destId="{D99A1CF0-E06C-4C7C-9DC3-61DA657A345B}" srcOrd="3" destOrd="0" presId="urn:microsoft.com/office/officeart/2016/7/layout/BasicLinearProcessNumbered"/>
    <dgm:cxn modelId="{FB95CD84-A559-4E40-8660-DCE85847EB35}" type="presParOf" srcId="{82D1319E-F6F5-4AE9-BE50-305F0FF541EC}" destId="{8569BCFF-833D-402D-BDC3-7354AB7BE7BC}" srcOrd="4" destOrd="0" presId="urn:microsoft.com/office/officeart/2016/7/layout/BasicLinearProcessNumbered"/>
    <dgm:cxn modelId="{56DF9312-0454-4B5D-A1E0-DF890AC8F890}" type="presParOf" srcId="{8569BCFF-833D-402D-BDC3-7354AB7BE7BC}" destId="{76E2D7B3-4722-4E70-96B7-40AEB83F7D60}" srcOrd="0" destOrd="0" presId="urn:microsoft.com/office/officeart/2016/7/layout/BasicLinearProcessNumbered"/>
    <dgm:cxn modelId="{35FA7BDD-7AF8-44FA-A0D5-03BA219897A5}" type="presParOf" srcId="{8569BCFF-833D-402D-BDC3-7354AB7BE7BC}" destId="{D6CB2DBD-68FF-43F0-9216-5D1B44FACE05}" srcOrd="1" destOrd="0" presId="urn:microsoft.com/office/officeart/2016/7/layout/BasicLinearProcessNumbered"/>
    <dgm:cxn modelId="{13F855EF-20BA-43AC-94E1-3803398BE135}" type="presParOf" srcId="{8569BCFF-833D-402D-BDC3-7354AB7BE7BC}" destId="{395180A5-86F2-4EA4-B72A-D3BC46FF73B1}" srcOrd="2" destOrd="0" presId="urn:microsoft.com/office/officeart/2016/7/layout/BasicLinearProcessNumbered"/>
    <dgm:cxn modelId="{7C40D55A-4DEA-4567-8261-FC948A1D5D8E}" type="presParOf" srcId="{8569BCFF-833D-402D-BDC3-7354AB7BE7BC}" destId="{6C841D13-FB50-410D-AFB5-B7ACC57157A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E7E9B6-1536-4F34-9134-18FE29BFFC2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65ED0C-1CE3-4B66-BDB0-A344A82CD721}">
      <dgm:prSet phldrT="[Text]"/>
      <dgm:spPr/>
      <dgm:t>
        <a:bodyPr/>
        <a:lstStyle/>
        <a:p>
          <a:r>
            <a:rPr lang="en-US" dirty="0"/>
            <a:t>             Main Menu</a:t>
          </a:r>
          <a:endParaRPr lang="en-IN" dirty="0"/>
        </a:p>
      </dgm:t>
    </dgm:pt>
    <dgm:pt modelId="{B380DA38-B728-4829-81EC-F1E255959848}" type="parTrans" cxnId="{F07F4135-F35A-432F-BE33-E98E7EA54167}">
      <dgm:prSet/>
      <dgm:spPr/>
      <dgm:t>
        <a:bodyPr/>
        <a:lstStyle/>
        <a:p>
          <a:endParaRPr lang="en-IN"/>
        </a:p>
      </dgm:t>
    </dgm:pt>
    <dgm:pt modelId="{41EEF412-699F-41B1-B6AC-15119110EDF7}" type="sibTrans" cxnId="{F07F4135-F35A-432F-BE33-E98E7EA54167}">
      <dgm:prSet/>
      <dgm:spPr/>
      <dgm:t>
        <a:bodyPr/>
        <a:lstStyle/>
        <a:p>
          <a:endParaRPr lang="en-IN"/>
        </a:p>
      </dgm:t>
    </dgm:pt>
    <dgm:pt modelId="{ECEC4869-F85C-4567-9B90-6D765E3FF136}">
      <dgm:prSet phldrT="[Text]"/>
      <dgm:spPr/>
      <dgm:t>
        <a:bodyPr/>
        <a:lstStyle/>
        <a:p>
          <a:r>
            <a:rPr lang="en-US" dirty="0"/>
            <a:t>Play Game</a:t>
          </a:r>
          <a:endParaRPr lang="en-IN" dirty="0"/>
        </a:p>
      </dgm:t>
    </dgm:pt>
    <dgm:pt modelId="{A8A1CC22-0DC3-444E-BE39-41E2E66DB056}" type="parTrans" cxnId="{D01A0558-537F-4F97-A808-EF5A25E70B42}">
      <dgm:prSet/>
      <dgm:spPr/>
      <dgm:t>
        <a:bodyPr/>
        <a:lstStyle/>
        <a:p>
          <a:endParaRPr lang="en-IN"/>
        </a:p>
      </dgm:t>
    </dgm:pt>
    <dgm:pt modelId="{9D8AA7F7-C7D9-488B-AC7C-D6527408E1C0}" type="sibTrans" cxnId="{D01A0558-537F-4F97-A808-EF5A25E70B42}">
      <dgm:prSet/>
      <dgm:spPr/>
      <dgm:t>
        <a:bodyPr/>
        <a:lstStyle/>
        <a:p>
          <a:endParaRPr lang="en-IN"/>
        </a:p>
      </dgm:t>
    </dgm:pt>
    <dgm:pt modelId="{F72CC2A3-2576-4EA8-853E-F2CCE1160E53}">
      <dgm:prSet phldrT="[Text]"/>
      <dgm:spPr/>
      <dgm:t>
        <a:bodyPr/>
        <a:lstStyle/>
        <a:p>
          <a:r>
            <a:rPr lang="en-US" dirty="0"/>
            <a:t>Win</a:t>
          </a:r>
          <a:endParaRPr lang="en-IN" dirty="0"/>
        </a:p>
      </dgm:t>
    </dgm:pt>
    <dgm:pt modelId="{43A85F7F-F5D5-44F1-9126-C20DD55077EC}" type="parTrans" cxnId="{8ECCA9E3-44C5-4FD5-85D0-867BC2C92E18}">
      <dgm:prSet/>
      <dgm:spPr/>
      <dgm:t>
        <a:bodyPr/>
        <a:lstStyle/>
        <a:p>
          <a:endParaRPr lang="en-IN"/>
        </a:p>
      </dgm:t>
    </dgm:pt>
    <dgm:pt modelId="{D1239419-2393-469B-A496-DB3E22C20F33}" type="sibTrans" cxnId="{8ECCA9E3-44C5-4FD5-85D0-867BC2C92E18}">
      <dgm:prSet/>
      <dgm:spPr/>
      <dgm:t>
        <a:bodyPr/>
        <a:lstStyle/>
        <a:p>
          <a:endParaRPr lang="en-IN"/>
        </a:p>
      </dgm:t>
    </dgm:pt>
    <dgm:pt modelId="{5EA972A6-B7DC-46FB-9E88-6F8BAAFC6FBE}">
      <dgm:prSet phldrT="[Text]"/>
      <dgm:spPr/>
      <dgm:t>
        <a:bodyPr/>
        <a:lstStyle/>
        <a:p>
          <a:r>
            <a:rPr lang="en-US" dirty="0"/>
            <a:t>loss</a:t>
          </a:r>
          <a:endParaRPr lang="en-IN" dirty="0"/>
        </a:p>
      </dgm:t>
    </dgm:pt>
    <dgm:pt modelId="{283427E9-3585-4733-BA08-B97603C03C7B}" type="parTrans" cxnId="{2B81150D-4220-442C-9FA8-74984D1CAD11}">
      <dgm:prSet/>
      <dgm:spPr/>
      <dgm:t>
        <a:bodyPr/>
        <a:lstStyle/>
        <a:p>
          <a:endParaRPr lang="en-IN"/>
        </a:p>
      </dgm:t>
    </dgm:pt>
    <dgm:pt modelId="{569844B2-976E-4B2A-B853-C8EC2AA5FCBB}" type="sibTrans" cxnId="{2B81150D-4220-442C-9FA8-74984D1CAD11}">
      <dgm:prSet/>
      <dgm:spPr/>
      <dgm:t>
        <a:bodyPr/>
        <a:lstStyle/>
        <a:p>
          <a:endParaRPr lang="en-IN"/>
        </a:p>
      </dgm:t>
    </dgm:pt>
    <dgm:pt modelId="{893A3F51-17A7-41FE-8B69-F0B98136365B}">
      <dgm:prSet phldrT="[Text]"/>
      <dgm:spPr/>
      <dgm:t>
        <a:bodyPr/>
        <a:lstStyle/>
        <a:p>
          <a:r>
            <a:rPr lang="en-US" dirty="0"/>
            <a:t>Profile</a:t>
          </a:r>
          <a:endParaRPr lang="en-IN" dirty="0"/>
        </a:p>
      </dgm:t>
    </dgm:pt>
    <dgm:pt modelId="{D350009F-8B73-463C-90B0-8C15D19D5030}" type="parTrans" cxnId="{342528FE-1F77-49EE-A1A5-87B81A9D0550}">
      <dgm:prSet/>
      <dgm:spPr/>
      <dgm:t>
        <a:bodyPr/>
        <a:lstStyle/>
        <a:p>
          <a:endParaRPr lang="en-IN"/>
        </a:p>
      </dgm:t>
    </dgm:pt>
    <dgm:pt modelId="{2761760A-E2DC-4BDD-B2EA-AE996C641975}" type="sibTrans" cxnId="{342528FE-1F77-49EE-A1A5-87B81A9D0550}">
      <dgm:prSet/>
      <dgm:spPr/>
      <dgm:t>
        <a:bodyPr/>
        <a:lstStyle/>
        <a:p>
          <a:endParaRPr lang="en-IN"/>
        </a:p>
      </dgm:t>
    </dgm:pt>
    <dgm:pt modelId="{B284BA59-4046-489C-945F-2DC1BF12DF24}">
      <dgm:prSet phldrT="[Text]"/>
      <dgm:spPr/>
      <dgm:t>
        <a:bodyPr/>
        <a:lstStyle/>
        <a:p>
          <a:r>
            <a:rPr lang="en-US" dirty="0"/>
            <a:t>Menu</a:t>
          </a:r>
          <a:endParaRPr lang="en-IN" dirty="0"/>
        </a:p>
      </dgm:t>
    </dgm:pt>
    <dgm:pt modelId="{8EEF0C03-F7E3-4475-8C48-ED03CCFECF9C}" type="parTrans" cxnId="{DE72308F-BBC4-4B1A-83E2-7E9BA6F42A9B}">
      <dgm:prSet/>
      <dgm:spPr/>
      <dgm:t>
        <a:bodyPr/>
        <a:lstStyle/>
        <a:p>
          <a:endParaRPr lang="en-IN"/>
        </a:p>
      </dgm:t>
    </dgm:pt>
    <dgm:pt modelId="{0678C62F-A949-4AB4-92DB-A35DFDED054E}" type="sibTrans" cxnId="{DE72308F-BBC4-4B1A-83E2-7E9BA6F42A9B}">
      <dgm:prSet/>
      <dgm:spPr/>
      <dgm:t>
        <a:bodyPr/>
        <a:lstStyle/>
        <a:p>
          <a:endParaRPr lang="en-IN"/>
        </a:p>
      </dgm:t>
    </dgm:pt>
    <dgm:pt modelId="{B7F2E0F0-B8EB-4FC2-80C0-02E7944D192D}" type="pres">
      <dgm:prSet presAssocID="{C1E7E9B6-1536-4F34-9134-18FE29BFFC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2069D7-1D39-46D3-9E4E-C4EEA692095E}" type="pres">
      <dgm:prSet presAssocID="{7665ED0C-1CE3-4B66-BDB0-A344A82CD721}" presName="hierRoot1" presStyleCnt="0"/>
      <dgm:spPr/>
    </dgm:pt>
    <dgm:pt modelId="{4D90BD71-7644-4411-AF20-569B9F77ED56}" type="pres">
      <dgm:prSet presAssocID="{7665ED0C-1CE3-4B66-BDB0-A344A82CD721}" presName="composite" presStyleCnt="0"/>
      <dgm:spPr/>
    </dgm:pt>
    <dgm:pt modelId="{E9E8AB10-D972-441E-A6E9-4AB2F0E3AE92}" type="pres">
      <dgm:prSet presAssocID="{7665ED0C-1CE3-4B66-BDB0-A344A82CD721}" presName="image" presStyleLbl="node0" presStyleIdx="0" presStyleCnt="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 with solid fill"/>
        </a:ext>
      </dgm:extLst>
    </dgm:pt>
    <dgm:pt modelId="{F14D1177-42F3-4365-A92A-2F248127F2CB}" type="pres">
      <dgm:prSet presAssocID="{7665ED0C-1CE3-4B66-BDB0-A344A82CD721}" presName="text" presStyleLbl="revTx" presStyleIdx="0" presStyleCnt="6" custScaleX="246667">
        <dgm:presLayoutVars>
          <dgm:chPref val="3"/>
        </dgm:presLayoutVars>
      </dgm:prSet>
      <dgm:spPr/>
    </dgm:pt>
    <dgm:pt modelId="{2FA2DB14-2413-4B97-BDD6-6519CF4ACB88}" type="pres">
      <dgm:prSet presAssocID="{7665ED0C-1CE3-4B66-BDB0-A344A82CD721}" presName="hierChild2" presStyleCnt="0"/>
      <dgm:spPr/>
    </dgm:pt>
    <dgm:pt modelId="{7441E352-4576-4D88-A267-A4C58B2D5C44}" type="pres">
      <dgm:prSet presAssocID="{A8A1CC22-0DC3-444E-BE39-41E2E66DB056}" presName="Name10" presStyleLbl="parChTrans1D2" presStyleIdx="0" presStyleCnt="2"/>
      <dgm:spPr/>
    </dgm:pt>
    <dgm:pt modelId="{45976880-F28A-4340-80BE-F664C38BDC0E}" type="pres">
      <dgm:prSet presAssocID="{ECEC4869-F85C-4567-9B90-6D765E3FF136}" presName="hierRoot2" presStyleCnt="0"/>
      <dgm:spPr/>
    </dgm:pt>
    <dgm:pt modelId="{0274E0FF-C5CB-4BDD-96B5-78E43464E5D8}" type="pres">
      <dgm:prSet presAssocID="{ECEC4869-F85C-4567-9B90-6D765E3FF136}" presName="composite2" presStyleCnt="0"/>
      <dgm:spPr/>
    </dgm:pt>
    <dgm:pt modelId="{528F0619-7BF6-43EE-801B-DC8A776BD1EF}" type="pres">
      <dgm:prSet presAssocID="{ECEC4869-F85C-4567-9B90-6D765E3FF136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Finished with solid fill"/>
        </a:ext>
      </dgm:extLst>
    </dgm:pt>
    <dgm:pt modelId="{48073165-D54A-4B21-B2F6-BEDADECC787F}" type="pres">
      <dgm:prSet presAssocID="{ECEC4869-F85C-4567-9B90-6D765E3FF136}" presName="text2" presStyleLbl="revTx" presStyleIdx="1" presStyleCnt="6">
        <dgm:presLayoutVars>
          <dgm:chPref val="3"/>
        </dgm:presLayoutVars>
      </dgm:prSet>
      <dgm:spPr/>
    </dgm:pt>
    <dgm:pt modelId="{7E6CC960-DE93-4536-95BE-2278B7384D5C}" type="pres">
      <dgm:prSet presAssocID="{ECEC4869-F85C-4567-9B90-6D765E3FF136}" presName="hierChild3" presStyleCnt="0"/>
      <dgm:spPr/>
    </dgm:pt>
    <dgm:pt modelId="{4182B9B2-AD3C-4176-9C08-66A5FDB0DDA8}" type="pres">
      <dgm:prSet presAssocID="{43A85F7F-F5D5-44F1-9126-C20DD55077EC}" presName="Name17" presStyleLbl="parChTrans1D3" presStyleIdx="0" presStyleCnt="3"/>
      <dgm:spPr/>
    </dgm:pt>
    <dgm:pt modelId="{92B80F3A-3D6E-401D-AB2C-CFF2ABC5ADC3}" type="pres">
      <dgm:prSet presAssocID="{F72CC2A3-2576-4EA8-853E-F2CCE1160E53}" presName="hierRoot3" presStyleCnt="0"/>
      <dgm:spPr/>
    </dgm:pt>
    <dgm:pt modelId="{74C54C33-3F83-4147-A197-CC3942A500F1}" type="pres">
      <dgm:prSet presAssocID="{F72CC2A3-2576-4EA8-853E-F2CCE1160E53}" presName="composite3" presStyleCnt="0"/>
      <dgm:spPr/>
    </dgm:pt>
    <dgm:pt modelId="{43960022-74B8-421F-8E82-FA5F51CEB111}" type="pres">
      <dgm:prSet presAssocID="{F72CC2A3-2576-4EA8-853E-F2CCE1160E53}" presName="image3" presStyleLbl="node3" presStyleIdx="0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ium outline"/>
        </a:ext>
      </dgm:extLst>
    </dgm:pt>
    <dgm:pt modelId="{629E3C5E-7022-493D-A868-CB2FB7FE3B9B}" type="pres">
      <dgm:prSet presAssocID="{F72CC2A3-2576-4EA8-853E-F2CCE1160E53}" presName="text3" presStyleLbl="revTx" presStyleIdx="2" presStyleCnt="6">
        <dgm:presLayoutVars>
          <dgm:chPref val="3"/>
        </dgm:presLayoutVars>
      </dgm:prSet>
      <dgm:spPr/>
    </dgm:pt>
    <dgm:pt modelId="{835AF4F5-A08C-401B-BBC0-66545B4BC080}" type="pres">
      <dgm:prSet presAssocID="{F72CC2A3-2576-4EA8-853E-F2CCE1160E53}" presName="hierChild4" presStyleCnt="0"/>
      <dgm:spPr/>
    </dgm:pt>
    <dgm:pt modelId="{CAEB592C-59D7-4BF0-9DB2-AF1B1992E9D1}" type="pres">
      <dgm:prSet presAssocID="{283427E9-3585-4733-BA08-B97603C03C7B}" presName="Name17" presStyleLbl="parChTrans1D3" presStyleIdx="1" presStyleCnt="3"/>
      <dgm:spPr/>
    </dgm:pt>
    <dgm:pt modelId="{1C0A54ED-0C39-47C1-9504-0EA8DB3A507D}" type="pres">
      <dgm:prSet presAssocID="{5EA972A6-B7DC-46FB-9E88-6F8BAAFC6FBE}" presName="hierRoot3" presStyleCnt="0"/>
      <dgm:spPr/>
    </dgm:pt>
    <dgm:pt modelId="{CE206AA2-B19D-4ACB-8684-85B7F059ADF2}" type="pres">
      <dgm:prSet presAssocID="{5EA972A6-B7DC-46FB-9E88-6F8BAAFC6FBE}" presName="composite3" presStyleCnt="0"/>
      <dgm:spPr/>
    </dgm:pt>
    <dgm:pt modelId="{CFD96198-A305-44BC-A12B-C35141B5CDFF}" type="pres">
      <dgm:prSet presAssocID="{5EA972A6-B7DC-46FB-9E88-6F8BAAFC6FBE}" presName="image3" presStyleLbl="node3" presStyleIdx="1" presStyleCnt="3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g Loose Hand Gesture with solid fill"/>
        </a:ext>
      </dgm:extLst>
    </dgm:pt>
    <dgm:pt modelId="{519434ED-5A65-400A-B729-6298EE0783ED}" type="pres">
      <dgm:prSet presAssocID="{5EA972A6-B7DC-46FB-9E88-6F8BAAFC6FBE}" presName="text3" presStyleLbl="revTx" presStyleIdx="3" presStyleCnt="6">
        <dgm:presLayoutVars>
          <dgm:chPref val="3"/>
        </dgm:presLayoutVars>
      </dgm:prSet>
      <dgm:spPr/>
    </dgm:pt>
    <dgm:pt modelId="{1DEA6A03-FC2C-47E2-A65B-D9005493769D}" type="pres">
      <dgm:prSet presAssocID="{5EA972A6-B7DC-46FB-9E88-6F8BAAFC6FBE}" presName="hierChild4" presStyleCnt="0"/>
      <dgm:spPr/>
    </dgm:pt>
    <dgm:pt modelId="{CD99B046-8000-49D1-A377-654036287171}" type="pres">
      <dgm:prSet presAssocID="{D350009F-8B73-463C-90B0-8C15D19D5030}" presName="Name10" presStyleLbl="parChTrans1D2" presStyleIdx="1" presStyleCnt="2"/>
      <dgm:spPr/>
    </dgm:pt>
    <dgm:pt modelId="{41A24075-9B6A-4B34-BA12-957B8D891D73}" type="pres">
      <dgm:prSet presAssocID="{893A3F51-17A7-41FE-8B69-F0B98136365B}" presName="hierRoot2" presStyleCnt="0"/>
      <dgm:spPr/>
    </dgm:pt>
    <dgm:pt modelId="{30DE38FD-8D57-4F76-B543-4D43E3966306}" type="pres">
      <dgm:prSet presAssocID="{893A3F51-17A7-41FE-8B69-F0B98136365B}" presName="composite2" presStyleCnt="0"/>
      <dgm:spPr/>
    </dgm:pt>
    <dgm:pt modelId="{8AE70E11-165F-4BD0-8FAA-2234083D762A}" type="pres">
      <dgm:prSet presAssocID="{893A3F51-17A7-41FE-8B69-F0B98136365B}" presName="image2" presStyleLbl="node2" presStyleIdx="1" presStyleCnt="2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4CA36A1B-F17E-4860-8F59-BFD17D9C9DB3}" type="pres">
      <dgm:prSet presAssocID="{893A3F51-17A7-41FE-8B69-F0B98136365B}" presName="text2" presStyleLbl="revTx" presStyleIdx="4" presStyleCnt="6">
        <dgm:presLayoutVars>
          <dgm:chPref val="3"/>
        </dgm:presLayoutVars>
      </dgm:prSet>
      <dgm:spPr/>
    </dgm:pt>
    <dgm:pt modelId="{695B8413-E8F1-4B1B-BD2C-4FC7AFA1F0C5}" type="pres">
      <dgm:prSet presAssocID="{893A3F51-17A7-41FE-8B69-F0B98136365B}" presName="hierChild3" presStyleCnt="0"/>
      <dgm:spPr/>
    </dgm:pt>
    <dgm:pt modelId="{0A9C8B42-5404-4739-A167-22031CA56E1C}" type="pres">
      <dgm:prSet presAssocID="{8EEF0C03-F7E3-4475-8C48-ED03CCFECF9C}" presName="Name17" presStyleLbl="parChTrans1D3" presStyleIdx="2" presStyleCnt="3"/>
      <dgm:spPr/>
    </dgm:pt>
    <dgm:pt modelId="{ED42C8A7-DB0A-4B26-871F-22D71E94F739}" type="pres">
      <dgm:prSet presAssocID="{B284BA59-4046-489C-945F-2DC1BF12DF24}" presName="hierRoot3" presStyleCnt="0"/>
      <dgm:spPr/>
    </dgm:pt>
    <dgm:pt modelId="{27686DE1-A408-4270-926E-4C441392D68F}" type="pres">
      <dgm:prSet presAssocID="{B284BA59-4046-489C-945F-2DC1BF12DF24}" presName="composite3" presStyleCnt="0"/>
      <dgm:spPr/>
    </dgm:pt>
    <dgm:pt modelId="{CE2FF422-DF38-4781-92B9-0706D9B9D996}" type="pres">
      <dgm:prSet presAssocID="{B284BA59-4046-489C-945F-2DC1BF12DF24}" presName="image3" presStyleLbl="node3" presStyleIdx="2" presStyleCnt="3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mburger Menu Icon with solid fill"/>
        </a:ext>
      </dgm:extLst>
    </dgm:pt>
    <dgm:pt modelId="{DC00777F-2593-4737-99FE-99E5691F79CC}" type="pres">
      <dgm:prSet presAssocID="{B284BA59-4046-489C-945F-2DC1BF12DF24}" presName="text3" presStyleLbl="revTx" presStyleIdx="5" presStyleCnt="6">
        <dgm:presLayoutVars>
          <dgm:chPref val="3"/>
        </dgm:presLayoutVars>
      </dgm:prSet>
      <dgm:spPr/>
    </dgm:pt>
    <dgm:pt modelId="{A3BCA300-DB99-4BF4-A9FD-B5C27F4A5C11}" type="pres">
      <dgm:prSet presAssocID="{B284BA59-4046-489C-945F-2DC1BF12DF24}" presName="hierChild4" presStyleCnt="0"/>
      <dgm:spPr/>
    </dgm:pt>
  </dgm:ptLst>
  <dgm:cxnLst>
    <dgm:cxn modelId="{9C583102-FB3E-4E0D-BFA6-180A062BC773}" type="presOf" srcId="{B284BA59-4046-489C-945F-2DC1BF12DF24}" destId="{DC00777F-2593-4737-99FE-99E5691F79CC}" srcOrd="0" destOrd="0" presId="urn:microsoft.com/office/officeart/2009/layout/CirclePictureHierarchy"/>
    <dgm:cxn modelId="{2B81150D-4220-442C-9FA8-74984D1CAD11}" srcId="{ECEC4869-F85C-4567-9B90-6D765E3FF136}" destId="{5EA972A6-B7DC-46FB-9E88-6F8BAAFC6FBE}" srcOrd="1" destOrd="0" parTransId="{283427E9-3585-4733-BA08-B97603C03C7B}" sibTransId="{569844B2-976E-4B2A-B853-C8EC2AA5FCBB}"/>
    <dgm:cxn modelId="{0764DE27-491B-432E-A9BE-AD282E8DFB71}" type="presOf" srcId="{A8A1CC22-0DC3-444E-BE39-41E2E66DB056}" destId="{7441E352-4576-4D88-A267-A4C58B2D5C44}" srcOrd="0" destOrd="0" presId="urn:microsoft.com/office/officeart/2009/layout/CirclePictureHierarchy"/>
    <dgm:cxn modelId="{F07F4135-F35A-432F-BE33-E98E7EA54167}" srcId="{C1E7E9B6-1536-4F34-9134-18FE29BFFC28}" destId="{7665ED0C-1CE3-4B66-BDB0-A344A82CD721}" srcOrd="0" destOrd="0" parTransId="{B380DA38-B728-4829-81EC-F1E255959848}" sibTransId="{41EEF412-699F-41B1-B6AC-15119110EDF7}"/>
    <dgm:cxn modelId="{F84F1943-EFCD-4A54-9147-25BE0E796FA8}" type="presOf" srcId="{ECEC4869-F85C-4567-9B90-6D765E3FF136}" destId="{48073165-D54A-4B21-B2F6-BEDADECC787F}" srcOrd="0" destOrd="0" presId="urn:microsoft.com/office/officeart/2009/layout/CirclePictureHierarchy"/>
    <dgm:cxn modelId="{B7F3E569-054E-47EC-9FB2-40E433347693}" type="presOf" srcId="{7665ED0C-1CE3-4B66-BDB0-A344A82CD721}" destId="{F14D1177-42F3-4365-A92A-2F248127F2CB}" srcOrd="0" destOrd="0" presId="urn:microsoft.com/office/officeart/2009/layout/CirclePictureHierarchy"/>
    <dgm:cxn modelId="{5E56A16A-AF28-4EE8-BDDB-6E628F0053D9}" type="presOf" srcId="{893A3F51-17A7-41FE-8B69-F0B98136365B}" destId="{4CA36A1B-F17E-4860-8F59-BFD17D9C9DB3}" srcOrd="0" destOrd="0" presId="urn:microsoft.com/office/officeart/2009/layout/CirclePictureHierarchy"/>
    <dgm:cxn modelId="{8322974B-892A-4A01-BA4E-374887F5B173}" type="presOf" srcId="{8EEF0C03-F7E3-4475-8C48-ED03CCFECF9C}" destId="{0A9C8B42-5404-4739-A167-22031CA56E1C}" srcOrd="0" destOrd="0" presId="urn:microsoft.com/office/officeart/2009/layout/CirclePictureHierarchy"/>
    <dgm:cxn modelId="{D01A0558-537F-4F97-A808-EF5A25E70B42}" srcId="{7665ED0C-1CE3-4B66-BDB0-A344A82CD721}" destId="{ECEC4869-F85C-4567-9B90-6D765E3FF136}" srcOrd="0" destOrd="0" parTransId="{A8A1CC22-0DC3-444E-BE39-41E2E66DB056}" sibTransId="{9D8AA7F7-C7D9-488B-AC7C-D6527408E1C0}"/>
    <dgm:cxn modelId="{C08FD883-F16A-41E6-85E9-025BB28CDCE9}" type="presOf" srcId="{5EA972A6-B7DC-46FB-9E88-6F8BAAFC6FBE}" destId="{519434ED-5A65-400A-B729-6298EE0783ED}" srcOrd="0" destOrd="0" presId="urn:microsoft.com/office/officeart/2009/layout/CirclePictureHierarchy"/>
    <dgm:cxn modelId="{DE72308F-BBC4-4B1A-83E2-7E9BA6F42A9B}" srcId="{893A3F51-17A7-41FE-8B69-F0B98136365B}" destId="{B284BA59-4046-489C-945F-2DC1BF12DF24}" srcOrd="0" destOrd="0" parTransId="{8EEF0C03-F7E3-4475-8C48-ED03CCFECF9C}" sibTransId="{0678C62F-A949-4AB4-92DB-A35DFDED054E}"/>
    <dgm:cxn modelId="{3A8BDAC7-9269-41A3-913C-40A229799AAF}" type="presOf" srcId="{283427E9-3585-4733-BA08-B97603C03C7B}" destId="{CAEB592C-59D7-4BF0-9DB2-AF1B1992E9D1}" srcOrd="0" destOrd="0" presId="urn:microsoft.com/office/officeart/2009/layout/CirclePictureHierarchy"/>
    <dgm:cxn modelId="{DC35A3CA-8E61-4DAF-BD6E-F1013D05D92E}" type="presOf" srcId="{D350009F-8B73-463C-90B0-8C15D19D5030}" destId="{CD99B046-8000-49D1-A377-654036287171}" srcOrd="0" destOrd="0" presId="urn:microsoft.com/office/officeart/2009/layout/CirclePictureHierarchy"/>
    <dgm:cxn modelId="{410DECCE-DF83-49A9-B0D7-5F51223A8A7A}" type="presOf" srcId="{F72CC2A3-2576-4EA8-853E-F2CCE1160E53}" destId="{629E3C5E-7022-493D-A868-CB2FB7FE3B9B}" srcOrd="0" destOrd="0" presId="urn:microsoft.com/office/officeart/2009/layout/CirclePictureHierarchy"/>
    <dgm:cxn modelId="{053FA7D9-51DB-426B-A191-3290083CB5E3}" type="presOf" srcId="{43A85F7F-F5D5-44F1-9126-C20DD55077EC}" destId="{4182B9B2-AD3C-4176-9C08-66A5FDB0DDA8}" srcOrd="0" destOrd="0" presId="urn:microsoft.com/office/officeart/2009/layout/CirclePictureHierarchy"/>
    <dgm:cxn modelId="{8ECCA9E3-44C5-4FD5-85D0-867BC2C92E18}" srcId="{ECEC4869-F85C-4567-9B90-6D765E3FF136}" destId="{F72CC2A3-2576-4EA8-853E-F2CCE1160E53}" srcOrd="0" destOrd="0" parTransId="{43A85F7F-F5D5-44F1-9126-C20DD55077EC}" sibTransId="{D1239419-2393-469B-A496-DB3E22C20F33}"/>
    <dgm:cxn modelId="{189D9FEB-7424-4092-8141-B44123510CD7}" type="presOf" srcId="{C1E7E9B6-1536-4F34-9134-18FE29BFFC28}" destId="{B7F2E0F0-B8EB-4FC2-80C0-02E7944D192D}" srcOrd="0" destOrd="0" presId="urn:microsoft.com/office/officeart/2009/layout/CirclePictureHierarchy"/>
    <dgm:cxn modelId="{342528FE-1F77-49EE-A1A5-87B81A9D0550}" srcId="{7665ED0C-1CE3-4B66-BDB0-A344A82CD721}" destId="{893A3F51-17A7-41FE-8B69-F0B98136365B}" srcOrd="1" destOrd="0" parTransId="{D350009F-8B73-463C-90B0-8C15D19D5030}" sibTransId="{2761760A-E2DC-4BDD-B2EA-AE996C641975}"/>
    <dgm:cxn modelId="{0E42B264-3BCF-489C-BEC7-F90E277F260C}" type="presParOf" srcId="{B7F2E0F0-B8EB-4FC2-80C0-02E7944D192D}" destId="{822069D7-1D39-46D3-9E4E-C4EEA692095E}" srcOrd="0" destOrd="0" presId="urn:microsoft.com/office/officeart/2009/layout/CirclePictureHierarchy"/>
    <dgm:cxn modelId="{36C6FF78-CAFC-4ADB-A2ED-5B4EEC7D997A}" type="presParOf" srcId="{822069D7-1D39-46D3-9E4E-C4EEA692095E}" destId="{4D90BD71-7644-4411-AF20-569B9F77ED56}" srcOrd="0" destOrd="0" presId="urn:microsoft.com/office/officeart/2009/layout/CirclePictureHierarchy"/>
    <dgm:cxn modelId="{AEB185DC-41C7-48A3-B335-70C72429EB71}" type="presParOf" srcId="{4D90BD71-7644-4411-AF20-569B9F77ED56}" destId="{E9E8AB10-D972-441E-A6E9-4AB2F0E3AE92}" srcOrd="0" destOrd="0" presId="urn:microsoft.com/office/officeart/2009/layout/CirclePictureHierarchy"/>
    <dgm:cxn modelId="{5B0B7F0D-3044-45BA-9865-D5D96BDA7AA5}" type="presParOf" srcId="{4D90BD71-7644-4411-AF20-569B9F77ED56}" destId="{F14D1177-42F3-4365-A92A-2F248127F2CB}" srcOrd="1" destOrd="0" presId="urn:microsoft.com/office/officeart/2009/layout/CirclePictureHierarchy"/>
    <dgm:cxn modelId="{8A59ABDB-73A4-4FEE-934F-723C0D8CDC9D}" type="presParOf" srcId="{822069D7-1D39-46D3-9E4E-C4EEA692095E}" destId="{2FA2DB14-2413-4B97-BDD6-6519CF4ACB88}" srcOrd="1" destOrd="0" presId="urn:microsoft.com/office/officeart/2009/layout/CirclePictureHierarchy"/>
    <dgm:cxn modelId="{E70B0B54-DE1A-4E3E-9E0E-628A02303441}" type="presParOf" srcId="{2FA2DB14-2413-4B97-BDD6-6519CF4ACB88}" destId="{7441E352-4576-4D88-A267-A4C58B2D5C44}" srcOrd="0" destOrd="0" presId="urn:microsoft.com/office/officeart/2009/layout/CirclePictureHierarchy"/>
    <dgm:cxn modelId="{37152075-2229-4A03-B380-B3F37951CB37}" type="presParOf" srcId="{2FA2DB14-2413-4B97-BDD6-6519CF4ACB88}" destId="{45976880-F28A-4340-80BE-F664C38BDC0E}" srcOrd="1" destOrd="0" presId="urn:microsoft.com/office/officeart/2009/layout/CirclePictureHierarchy"/>
    <dgm:cxn modelId="{675101BD-45BD-4C30-8A77-EF8FF008C1BC}" type="presParOf" srcId="{45976880-F28A-4340-80BE-F664C38BDC0E}" destId="{0274E0FF-C5CB-4BDD-96B5-78E43464E5D8}" srcOrd="0" destOrd="0" presId="urn:microsoft.com/office/officeart/2009/layout/CirclePictureHierarchy"/>
    <dgm:cxn modelId="{5EE5EC35-5D25-4104-9CF6-669DE0EB40A6}" type="presParOf" srcId="{0274E0FF-C5CB-4BDD-96B5-78E43464E5D8}" destId="{528F0619-7BF6-43EE-801B-DC8A776BD1EF}" srcOrd="0" destOrd="0" presId="urn:microsoft.com/office/officeart/2009/layout/CirclePictureHierarchy"/>
    <dgm:cxn modelId="{3AC2434D-9558-4C34-B631-4B0E687A7738}" type="presParOf" srcId="{0274E0FF-C5CB-4BDD-96B5-78E43464E5D8}" destId="{48073165-D54A-4B21-B2F6-BEDADECC787F}" srcOrd="1" destOrd="0" presId="urn:microsoft.com/office/officeart/2009/layout/CirclePictureHierarchy"/>
    <dgm:cxn modelId="{1E4C2A93-6718-4C63-9555-A19555485DB9}" type="presParOf" srcId="{45976880-F28A-4340-80BE-F664C38BDC0E}" destId="{7E6CC960-DE93-4536-95BE-2278B7384D5C}" srcOrd="1" destOrd="0" presId="urn:microsoft.com/office/officeart/2009/layout/CirclePictureHierarchy"/>
    <dgm:cxn modelId="{D17BF4EC-E96C-47BC-8F4D-FDA9979E9AFB}" type="presParOf" srcId="{7E6CC960-DE93-4536-95BE-2278B7384D5C}" destId="{4182B9B2-AD3C-4176-9C08-66A5FDB0DDA8}" srcOrd="0" destOrd="0" presId="urn:microsoft.com/office/officeart/2009/layout/CirclePictureHierarchy"/>
    <dgm:cxn modelId="{B5896924-BB8E-4AC2-93B7-2BF839322C3E}" type="presParOf" srcId="{7E6CC960-DE93-4536-95BE-2278B7384D5C}" destId="{92B80F3A-3D6E-401D-AB2C-CFF2ABC5ADC3}" srcOrd="1" destOrd="0" presId="urn:microsoft.com/office/officeart/2009/layout/CirclePictureHierarchy"/>
    <dgm:cxn modelId="{8286EDE0-167A-4825-B80A-3FB648BC5E29}" type="presParOf" srcId="{92B80F3A-3D6E-401D-AB2C-CFF2ABC5ADC3}" destId="{74C54C33-3F83-4147-A197-CC3942A500F1}" srcOrd="0" destOrd="0" presId="urn:microsoft.com/office/officeart/2009/layout/CirclePictureHierarchy"/>
    <dgm:cxn modelId="{39DE32FE-A620-4F10-AE26-73E3AD705767}" type="presParOf" srcId="{74C54C33-3F83-4147-A197-CC3942A500F1}" destId="{43960022-74B8-421F-8E82-FA5F51CEB111}" srcOrd="0" destOrd="0" presId="urn:microsoft.com/office/officeart/2009/layout/CirclePictureHierarchy"/>
    <dgm:cxn modelId="{43184F7D-4B21-4E81-8862-44BF1BEEB52B}" type="presParOf" srcId="{74C54C33-3F83-4147-A197-CC3942A500F1}" destId="{629E3C5E-7022-493D-A868-CB2FB7FE3B9B}" srcOrd="1" destOrd="0" presId="urn:microsoft.com/office/officeart/2009/layout/CirclePictureHierarchy"/>
    <dgm:cxn modelId="{8D1A5315-61FD-4867-9D2C-19E977901C8A}" type="presParOf" srcId="{92B80F3A-3D6E-401D-AB2C-CFF2ABC5ADC3}" destId="{835AF4F5-A08C-401B-BBC0-66545B4BC080}" srcOrd="1" destOrd="0" presId="urn:microsoft.com/office/officeart/2009/layout/CirclePictureHierarchy"/>
    <dgm:cxn modelId="{FD1F0CE9-1B2E-42A8-BF96-1965CD984C70}" type="presParOf" srcId="{7E6CC960-DE93-4536-95BE-2278B7384D5C}" destId="{CAEB592C-59D7-4BF0-9DB2-AF1B1992E9D1}" srcOrd="2" destOrd="0" presId="urn:microsoft.com/office/officeart/2009/layout/CirclePictureHierarchy"/>
    <dgm:cxn modelId="{C59ABE56-AFB6-4245-83CB-6879F01EFF17}" type="presParOf" srcId="{7E6CC960-DE93-4536-95BE-2278B7384D5C}" destId="{1C0A54ED-0C39-47C1-9504-0EA8DB3A507D}" srcOrd="3" destOrd="0" presId="urn:microsoft.com/office/officeart/2009/layout/CirclePictureHierarchy"/>
    <dgm:cxn modelId="{52D68FE5-FD03-4229-90A9-DB840391BF7E}" type="presParOf" srcId="{1C0A54ED-0C39-47C1-9504-0EA8DB3A507D}" destId="{CE206AA2-B19D-4ACB-8684-85B7F059ADF2}" srcOrd="0" destOrd="0" presId="urn:microsoft.com/office/officeart/2009/layout/CirclePictureHierarchy"/>
    <dgm:cxn modelId="{45AC23BD-DD07-4404-965B-39AD51B2CA0D}" type="presParOf" srcId="{CE206AA2-B19D-4ACB-8684-85B7F059ADF2}" destId="{CFD96198-A305-44BC-A12B-C35141B5CDFF}" srcOrd="0" destOrd="0" presId="urn:microsoft.com/office/officeart/2009/layout/CirclePictureHierarchy"/>
    <dgm:cxn modelId="{6D34D843-0CE4-4ADB-BA8C-F6E1070B6D5A}" type="presParOf" srcId="{CE206AA2-B19D-4ACB-8684-85B7F059ADF2}" destId="{519434ED-5A65-400A-B729-6298EE0783ED}" srcOrd="1" destOrd="0" presId="urn:microsoft.com/office/officeart/2009/layout/CirclePictureHierarchy"/>
    <dgm:cxn modelId="{0B26340A-5E3E-4657-9509-DAA6991FD7A6}" type="presParOf" srcId="{1C0A54ED-0C39-47C1-9504-0EA8DB3A507D}" destId="{1DEA6A03-FC2C-47E2-A65B-D9005493769D}" srcOrd="1" destOrd="0" presId="urn:microsoft.com/office/officeart/2009/layout/CirclePictureHierarchy"/>
    <dgm:cxn modelId="{4B2B9BF5-1F86-46B9-B006-E40C9D0FCC26}" type="presParOf" srcId="{2FA2DB14-2413-4B97-BDD6-6519CF4ACB88}" destId="{CD99B046-8000-49D1-A377-654036287171}" srcOrd="2" destOrd="0" presId="urn:microsoft.com/office/officeart/2009/layout/CirclePictureHierarchy"/>
    <dgm:cxn modelId="{6C7D129B-06A8-4EC5-89B4-54A928516FA1}" type="presParOf" srcId="{2FA2DB14-2413-4B97-BDD6-6519CF4ACB88}" destId="{41A24075-9B6A-4B34-BA12-957B8D891D73}" srcOrd="3" destOrd="0" presId="urn:microsoft.com/office/officeart/2009/layout/CirclePictureHierarchy"/>
    <dgm:cxn modelId="{D150ADD7-2978-409E-92D2-F1388AA13346}" type="presParOf" srcId="{41A24075-9B6A-4B34-BA12-957B8D891D73}" destId="{30DE38FD-8D57-4F76-B543-4D43E3966306}" srcOrd="0" destOrd="0" presId="urn:microsoft.com/office/officeart/2009/layout/CirclePictureHierarchy"/>
    <dgm:cxn modelId="{4BF4F753-A4E1-4D07-9F22-B04ED6797C23}" type="presParOf" srcId="{30DE38FD-8D57-4F76-B543-4D43E3966306}" destId="{8AE70E11-165F-4BD0-8FAA-2234083D762A}" srcOrd="0" destOrd="0" presId="urn:microsoft.com/office/officeart/2009/layout/CirclePictureHierarchy"/>
    <dgm:cxn modelId="{1C37067A-7173-48F0-8DE1-6A0481B39F1E}" type="presParOf" srcId="{30DE38FD-8D57-4F76-B543-4D43E3966306}" destId="{4CA36A1B-F17E-4860-8F59-BFD17D9C9DB3}" srcOrd="1" destOrd="0" presId="urn:microsoft.com/office/officeart/2009/layout/CirclePictureHierarchy"/>
    <dgm:cxn modelId="{BA12DBE6-87C5-4C37-9674-F38A40518AC2}" type="presParOf" srcId="{41A24075-9B6A-4B34-BA12-957B8D891D73}" destId="{695B8413-E8F1-4B1B-BD2C-4FC7AFA1F0C5}" srcOrd="1" destOrd="0" presId="urn:microsoft.com/office/officeart/2009/layout/CirclePictureHierarchy"/>
    <dgm:cxn modelId="{D8A6C8EB-B558-49D9-8D5B-DD42B1EEAF67}" type="presParOf" srcId="{695B8413-E8F1-4B1B-BD2C-4FC7AFA1F0C5}" destId="{0A9C8B42-5404-4739-A167-22031CA56E1C}" srcOrd="0" destOrd="0" presId="urn:microsoft.com/office/officeart/2009/layout/CirclePictureHierarchy"/>
    <dgm:cxn modelId="{A8708CA1-8325-4131-ACC5-F4C8265C94A3}" type="presParOf" srcId="{695B8413-E8F1-4B1B-BD2C-4FC7AFA1F0C5}" destId="{ED42C8A7-DB0A-4B26-871F-22D71E94F739}" srcOrd="1" destOrd="0" presId="urn:microsoft.com/office/officeart/2009/layout/CirclePictureHierarchy"/>
    <dgm:cxn modelId="{C75D80F9-1021-4EDE-A414-9E1905D417E3}" type="presParOf" srcId="{ED42C8A7-DB0A-4B26-871F-22D71E94F739}" destId="{27686DE1-A408-4270-926E-4C441392D68F}" srcOrd="0" destOrd="0" presId="urn:microsoft.com/office/officeart/2009/layout/CirclePictureHierarchy"/>
    <dgm:cxn modelId="{882C82AA-566B-4EE7-9ECC-9E693A1250DF}" type="presParOf" srcId="{27686DE1-A408-4270-926E-4C441392D68F}" destId="{CE2FF422-DF38-4781-92B9-0706D9B9D996}" srcOrd="0" destOrd="0" presId="urn:microsoft.com/office/officeart/2009/layout/CirclePictureHierarchy"/>
    <dgm:cxn modelId="{AEC5F0D7-4FCF-4969-8295-2050B57E1728}" type="presParOf" srcId="{27686DE1-A408-4270-926E-4C441392D68F}" destId="{DC00777F-2593-4737-99FE-99E5691F79CC}" srcOrd="1" destOrd="0" presId="urn:microsoft.com/office/officeart/2009/layout/CirclePictureHierarchy"/>
    <dgm:cxn modelId="{33494852-BF8D-457E-9851-7B123A1AECAD}" type="presParOf" srcId="{ED42C8A7-DB0A-4B26-871F-22D71E94F739}" destId="{A3BCA300-DB99-4BF4-A9FD-B5C27F4A5C1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BCA64-C0B9-4FA7-82D1-015B77E2F47C}">
      <dsp:nvSpPr>
        <dsp:cNvPr id="0" name=""/>
        <dsp:cNvSpPr/>
      </dsp:nvSpPr>
      <dsp:spPr>
        <a:xfrm>
          <a:off x="752540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C59DA-1AAD-48FE-9B04-E3329E80E2E6}">
      <dsp:nvSpPr>
        <dsp:cNvPr id="0" name=""/>
        <dsp:cNvSpPr/>
      </dsp:nvSpPr>
      <dsp:spPr>
        <a:xfrm>
          <a:off x="190224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a simple 3D survival game</a:t>
          </a:r>
        </a:p>
      </dsp:txBody>
      <dsp:txXfrm>
        <a:off x="190224" y="1770588"/>
        <a:ext cx="2044784" cy="720000"/>
      </dsp:txXfrm>
    </dsp:sp>
    <dsp:sp modelId="{D5162712-3AEF-4F73-85E9-EF4A9D84D498}">
      <dsp:nvSpPr>
        <dsp:cNvPr id="0" name=""/>
        <dsp:cNvSpPr/>
      </dsp:nvSpPr>
      <dsp:spPr>
        <a:xfrm>
          <a:off x="3155161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6513B-7256-4A9A-BC9B-6B8F1DBE5A83}">
      <dsp:nvSpPr>
        <dsp:cNvPr id="0" name=""/>
        <dsp:cNvSpPr/>
      </dsp:nvSpPr>
      <dsp:spPr>
        <a:xfrm>
          <a:off x="2592846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Player avoids enemies (animals &amp; zombies)</a:t>
          </a:r>
        </a:p>
      </dsp:txBody>
      <dsp:txXfrm>
        <a:off x="2592846" y="1770588"/>
        <a:ext cx="2044784" cy="720000"/>
      </dsp:txXfrm>
    </dsp:sp>
    <dsp:sp modelId="{FAB10641-447D-4098-A0A2-0AA9814284B9}">
      <dsp:nvSpPr>
        <dsp:cNvPr id="0" name=""/>
        <dsp:cNvSpPr/>
      </dsp:nvSpPr>
      <dsp:spPr>
        <a:xfrm>
          <a:off x="5557783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112AD-83BB-4402-8A16-3D72F65D6186}">
      <dsp:nvSpPr>
        <dsp:cNvPr id="0" name=""/>
        <dsp:cNvSpPr/>
      </dsp:nvSpPr>
      <dsp:spPr>
        <a:xfrm>
          <a:off x="4995467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Collects coins scattered on the map</a:t>
          </a:r>
        </a:p>
      </dsp:txBody>
      <dsp:txXfrm>
        <a:off x="4995467" y="1770588"/>
        <a:ext cx="2044784" cy="720000"/>
      </dsp:txXfrm>
    </dsp:sp>
    <dsp:sp modelId="{3923E0D3-B746-40D6-853A-21D7CD324513}">
      <dsp:nvSpPr>
        <dsp:cNvPr id="0" name=""/>
        <dsp:cNvSpPr/>
      </dsp:nvSpPr>
      <dsp:spPr>
        <a:xfrm>
          <a:off x="7960404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ADDAD-58C1-4681-92E0-AE0A6AA43479}">
      <dsp:nvSpPr>
        <dsp:cNvPr id="0" name=""/>
        <dsp:cNvSpPr/>
      </dsp:nvSpPr>
      <dsp:spPr>
        <a:xfrm>
          <a:off x="7398089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Reaches target location to win</a:t>
          </a:r>
        </a:p>
      </dsp:txBody>
      <dsp:txXfrm>
        <a:off x="7398089" y="1770588"/>
        <a:ext cx="204478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D1697-2087-4BFB-8CA9-E140678E9B9E}">
      <dsp:nvSpPr>
        <dsp:cNvPr id="0" name=""/>
        <dsp:cNvSpPr/>
      </dsp:nvSpPr>
      <dsp:spPr>
        <a:xfrm>
          <a:off x="5006228" y="1221835"/>
          <a:ext cx="914811" cy="284829"/>
        </a:xfrm>
        <a:custGeom>
          <a:avLst/>
          <a:gdLst/>
          <a:ahLst/>
          <a:cxnLst/>
          <a:rect l="0" t="0" r="0" b="0"/>
          <a:pathLst>
            <a:path>
              <a:moveTo>
                <a:pt x="0" y="284829"/>
              </a:moveTo>
              <a:lnTo>
                <a:pt x="474505" y="284829"/>
              </a:lnTo>
              <a:lnTo>
                <a:pt x="474505" y="0"/>
              </a:lnTo>
              <a:lnTo>
                <a:pt x="9148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38949" y="1359579"/>
        <a:ext cx="49369" cy="9340"/>
      </dsp:txXfrm>
    </dsp:sp>
    <dsp:sp modelId="{AF1899A3-2AA0-4CE4-98C6-71B3B2CE6F3C}">
      <dsp:nvSpPr>
        <dsp:cNvPr id="0" name=""/>
        <dsp:cNvSpPr/>
      </dsp:nvSpPr>
      <dsp:spPr>
        <a:xfrm>
          <a:off x="946806" y="288298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Plan and Analyze</a:t>
          </a:r>
          <a:endParaRPr lang="en-IN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Defined Game Rules like Player Must Survive ,Collects Coin and Reach the goal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Analyze  key Game Play Elements like movement of the player, Enemies ,coin Respawn Coin Collection and Win Condition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Major Module – Player, Enemies, Obstacles, Coin ,UI , Game Manager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Tools – Unity latest Version</a:t>
          </a:r>
          <a:endParaRPr lang="en-IN" sz="1300" kern="1200" dirty="0"/>
        </a:p>
      </dsp:txBody>
      <dsp:txXfrm>
        <a:off x="946806" y="288298"/>
        <a:ext cx="4061221" cy="2436732"/>
      </dsp:txXfrm>
    </dsp:sp>
    <dsp:sp modelId="{2ACD13BD-675D-42C7-9A41-A7B8DFF84993}">
      <dsp:nvSpPr>
        <dsp:cNvPr id="0" name=""/>
        <dsp:cNvSpPr/>
      </dsp:nvSpPr>
      <dsp:spPr>
        <a:xfrm>
          <a:off x="2988748" y="2438401"/>
          <a:ext cx="4995302" cy="903480"/>
        </a:xfrm>
        <a:custGeom>
          <a:avLst/>
          <a:gdLst/>
          <a:ahLst/>
          <a:cxnLst/>
          <a:rect l="0" t="0" r="0" b="0"/>
          <a:pathLst>
            <a:path>
              <a:moveTo>
                <a:pt x="4995302" y="0"/>
              </a:moveTo>
              <a:lnTo>
                <a:pt x="4995302" y="468840"/>
              </a:lnTo>
              <a:lnTo>
                <a:pt x="0" y="468840"/>
              </a:lnTo>
              <a:lnTo>
                <a:pt x="0" y="9034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59352" y="2885471"/>
        <a:ext cx="254094" cy="9340"/>
      </dsp:txXfrm>
    </dsp:sp>
    <dsp:sp modelId="{A50264A4-A870-4615-87B9-1DD6A23897F3}">
      <dsp:nvSpPr>
        <dsp:cNvPr id="0" name=""/>
        <dsp:cNvSpPr/>
      </dsp:nvSpPr>
      <dsp:spPr>
        <a:xfrm>
          <a:off x="5953439" y="3468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</a:t>
          </a:r>
          <a:endParaRPr lang="en-IN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Designed Core Module – Enemy, Coin Manager ,UI Manager, Game Manager , player Controller,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Defined Game play logic  - Coin Spawn/</a:t>
          </a:r>
          <a:r>
            <a:rPr lang="en-US" sz="1300" kern="1200" dirty="0" err="1"/>
            <a:t>Despawn</a:t>
          </a:r>
          <a:r>
            <a:rPr lang="en-US" sz="1300" kern="1200" dirty="0"/>
            <a:t>,  Enemy Types , different Obstacles , Player Winning Condition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Plan Audio and Animation Integration later if possible </a:t>
          </a:r>
          <a:r>
            <a:rPr lang="en-US" sz="1300" kern="1200" dirty="0" err="1"/>
            <a:t>Mocopi</a:t>
          </a:r>
          <a:r>
            <a:rPr lang="en-US" sz="1300" kern="1200" dirty="0"/>
            <a:t> Device Integration.</a:t>
          </a:r>
          <a:endParaRPr lang="en-IN" sz="1300" kern="1200" dirty="0"/>
        </a:p>
      </dsp:txBody>
      <dsp:txXfrm>
        <a:off x="5953439" y="3468"/>
        <a:ext cx="4061221" cy="2436732"/>
      </dsp:txXfrm>
    </dsp:sp>
    <dsp:sp modelId="{F8DE9B2D-ABC3-4C52-BAB4-75D68174E913}">
      <dsp:nvSpPr>
        <dsp:cNvPr id="0" name=""/>
        <dsp:cNvSpPr/>
      </dsp:nvSpPr>
      <dsp:spPr>
        <a:xfrm>
          <a:off x="5017559" y="4546928"/>
          <a:ext cx="8951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4657" y="45720"/>
              </a:lnTo>
              <a:lnTo>
                <a:pt x="464657" y="49188"/>
              </a:lnTo>
              <a:lnTo>
                <a:pt x="895114" y="4918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41973" y="4587978"/>
        <a:ext cx="46286" cy="9340"/>
      </dsp:txXfrm>
    </dsp:sp>
    <dsp:sp modelId="{795EF295-1E6F-41AD-8879-5ECC267F3245}">
      <dsp:nvSpPr>
        <dsp:cNvPr id="0" name=""/>
        <dsp:cNvSpPr/>
      </dsp:nvSpPr>
      <dsp:spPr>
        <a:xfrm>
          <a:off x="958137" y="3374282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700" kern="1200" dirty="0"/>
            <a:t>Coding And Development 	</a:t>
          </a:r>
          <a:endParaRPr lang="en-IN" sz="17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Implemented core Mechanism  like Player Movement ,Coin Collection Enemy Behavior, Environment Design for Player 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Develop Different Modular Script for Player Controller , Game Manager , UI manager , Coin Manager , Coin Respawn, obstacles Respawn, Camera Follow Player , 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Integrated gameplay logic With UI like pause , play  and Winning Condition.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Used prefabs and Clean Architecture</a:t>
          </a:r>
          <a:endParaRPr lang="en-IN" sz="1300" kern="1200" dirty="0"/>
        </a:p>
      </dsp:txBody>
      <dsp:txXfrm>
        <a:off x="958137" y="3374282"/>
        <a:ext cx="4061221" cy="2436732"/>
      </dsp:txXfrm>
    </dsp:sp>
    <dsp:sp modelId="{49B225F7-6743-4634-A076-C0407BC76905}">
      <dsp:nvSpPr>
        <dsp:cNvPr id="0" name=""/>
        <dsp:cNvSpPr/>
      </dsp:nvSpPr>
      <dsp:spPr>
        <a:xfrm>
          <a:off x="5945073" y="3377751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5945073" y="3377751"/>
        <a:ext cx="4061221" cy="2436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99A4A-5C1B-4198-A612-3C836C50186E}">
      <dsp:nvSpPr>
        <dsp:cNvPr id="0" name=""/>
        <dsp:cNvSpPr/>
      </dsp:nvSpPr>
      <dsp:spPr>
        <a:xfrm>
          <a:off x="0" y="625504"/>
          <a:ext cx="5181600" cy="13869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493FE-C44E-454E-B7B8-9FE97E504BB0}">
      <dsp:nvSpPr>
        <dsp:cNvPr id="0" name=""/>
        <dsp:cNvSpPr/>
      </dsp:nvSpPr>
      <dsp:spPr>
        <a:xfrm>
          <a:off x="419564" y="937577"/>
          <a:ext cx="762843" cy="762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14903-1DF5-48C7-82CF-5158BD91D2FB}">
      <dsp:nvSpPr>
        <dsp:cNvPr id="0" name=""/>
        <dsp:cNvSpPr/>
      </dsp:nvSpPr>
      <dsp:spPr>
        <a:xfrm>
          <a:off x="1601972" y="625504"/>
          <a:ext cx="3579627" cy="1386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790" tIns="146790" rIns="146790" bIns="146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Run to Win is a 3D Game Survival runner game where is the player Collects Coin, Avoids Enemies like wild animals and Zombies , and reaches the target location to win.</a:t>
          </a:r>
        </a:p>
      </dsp:txBody>
      <dsp:txXfrm>
        <a:off x="1601972" y="625504"/>
        <a:ext cx="3579627" cy="1386988"/>
      </dsp:txXfrm>
    </dsp:sp>
    <dsp:sp modelId="{EC89E411-5C04-46EF-86DB-06973A3793EF}">
      <dsp:nvSpPr>
        <dsp:cNvPr id="0" name=""/>
        <dsp:cNvSpPr/>
      </dsp:nvSpPr>
      <dsp:spPr>
        <a:xfrm>
          <a:off x="0" y="2338844"/>
          <a:ext cx="5181600" cy="13869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6A39F-2273-42B0-A048-361299FC1CC2}">
      <dsp:nvSpPr>
        <dsp:cNvPr id="0" name=""/>
        <dsp:cNvSpPr/>
      </dsp:nvSpPr>
      <dsp:spPr>
        <a:xfrm>
          <a:off x="419564" y="2650916"/>
          <a:ext cx="762843" cy="762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B33FC-8387-41E9-8C1F-0261F732F4E8}">
      <dsp:nvSpPr>
        <dsp:cNvPr id="0" name=""/>
        <dsp:cNvSpPr/>
      </dsp:nvSpPr>
      <dsp:spPr>
        <a:xfrm>
          <a:off x="1601972" y="2338844"/>
          <a:ext cx="3579627" cy="1386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790" tIns="146790" rIns="146790" bIns="146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game Challenges Players to survive under increasing difficulty and maintains focus on coin gathering.</a:t>
          </a:r>
        </a:p>
      </dsp:txBody>
      <dsp:txXfrm>
        <a:off x="1601972" y="2338844"/>
        <a:ext cx="3579627" cy="1386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8D381-9BCA-465F-9FCB-48C444732131}">
      <dsp:nvSpPr>
        <dsp:cNvPr id="0" name=""/>
        <dsp:cNvSpPr/>
      </dsp:nvSpPr>
      <dsp:spPr>
        <a:xfrm>
          <a:off x="520145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6B0D6-FA91-424C-B5A4-B69D070D3B86}">
      <dsp:nvSpPr>
        <dsp:cNvPr id="0" name=""/>
        <dsp:cNvSpPr/>
      </dsp:nvSpPr>
      <dsp:spPr>
        <a:xfrm>
          <a:off x="3929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Followed Complete Project Development Life Cycle</a:t>
          </a:r>
        </a:p>
      </dsp:txBody>
      <dsp:txXfrm>
        <a:off x="3929" y="1395654"/>
        <a:ext cx="1588359" cy="1183824"/>
      </dsp:txXfrm>
    </dsp:sp>
    <dsp:sp modelId="{0364D36C-BD56-4B88-8DED-03A16CE5C742}">
      <dsp:nvSpPr>
        <dsp:cNvPr id="0" name=""/>
        <dsp:cNvSpPr/>
      </dsp:nvSpPr>
      <dsp:spPr>
        <a:xfrm>
          <a:off x="3929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err="1"/>
            <a:t>Plan</a:t>
          </a:r>
          <a:r>
            <a:rPr lang="en-US" sz="1100" kern="1200" err="1">
              <a:sym typeface="Wingdings" panose="05000000000000000000" pitchFamily="2" charset="2"/>
            </a:rPr>
            <a:t></a:t>
          </a:r>
          <a:r>
            <a:rPr lang="en-US" sz="1100" kern="1200" err="1"/>
            <a:t>Design</a:t>
          </a:r>
          <a:r>
            <a:rPr lang="en-US" sz="1100" kern="1200" err="1">
              <a:sym typeface="Wingdings" panose="05000000000000000000" pitchFamily="2" charset="2"/>
            </a:rPr>
            <a:t></a:t>
          </a:r>
          <a:r>
            <a:rPr lang="en-US" sz="1100" kern="1200" err="1"/>
            <a:t>develop</a:t>
          </a:r>
          <a:r>
            <a:rPr lang="en-US" sz="1100" kern="1200"/>
            <a:t> and Coding </a:t>
          </a:r>
          <a:r>
            <a:rPr lang="en-US" sz="1100" kern="1200">
              <a:sym typeface="Wingdings" panose="05000000000000000000" pitchFamily="2" charset="2"/>
            </a:rPr>
            <a:t></a:t>
          </a:r>
          <a:r>
            <a:rPr lang="en-US" sz="1100" kern="1200"/>
            <a:t>Test</a:t>
          </a:r>
        </a:p>
      </dsp:txBody>
      <dsp:txXfrm>
        <a:off x="3929" y="2623460"/>
        <a:ext cx="1588359" cy="320776"/>
      </dsp:txXfrm>
    </dsp:sp>
    <dsp:sp modelId="{77BE2EBC-57EC-49C7-99D2-045AFF76A594}">
      <dsp:nvSpPr>
        <dsp:cNvPr id="0" name=""/>
        <dsp:cNvSpPr/>
      </dsp:nvSpPr>
      <dsp:spPr>
        <a:xfrm>
          <a:off x="2386468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BC0A8-2D47-4648-9FD2-5FB163FAF318}">
      <dsp:nvSpPr>
        <dsp:cNvPr id="0" name=""/>
        <dsp:cNvSpPr/>
      </dsp:nvSpPr>
      <dsp:spPr>
        <a:xfrm>
          <a:off x="1870251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Modular Architecture In Unity</a:t>
          </a:r>
        </a:p>
      </dsp:txBody>
      <dsp:txXfrm>
        <a:off x="1870251" y="1395654"/>
        <a:ext cx="1588359" cy="1183824"/>
      </dsp:txXfrm>
    </dsp:sp>
    <dsp:sp modelId="{08FADFCD-7997-401C-B98D-991D08043710}">
      <dsp:nvSpPr>
        <dsp:cNvPr id="0" name=""/>
        <dsp:cNvSpPr/>
      </dsp:nvSpPr>
      <dsp:spPr>
        <a:xfrm>
          <a:off x="1870251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BD94A-E58B-403B-AA06-B7CFA0EB983A}">
      <dsp:nvSpPr>
        <dsp:cNvPr id="0" name=""/>
        <dsp:cNvSpPr/>
      </dsp:nvSpPr>
      <dsp:spPr>
        <a:xfrm>
          <a:off x="4252790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38D5E-96C3-4348-B743-BC91DCD77A41}">
      <dsp:nvSpPr>
        <dsp:cNvPr id="0" name=""/>
        <dsp:cNvSpPr/>
      </dsp:nvSpPr>
      <dsp:spPr>
        <a:xfrm>
          <a:off x="3736573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Focused on Gameplay first then enhanced visual and audio</a:t>
          </a:r>
        </a:p>
      </dsp:txBody>
      <dsp:txXfrm>
        <a:off x="3736573" y="1395654"/>
        <a:ext cx="1588359" cy="1183824"/>
      </dsp:txXfrm>
    </dsp:sp>
    <dsp:sp modelId="{549BEB33-9CD4-4355-B7DA-606E579EBA87}">
      <dsp:nvSpPr>
        <dsp:cNvPr id="0" name=""/>
        <dsp:cNvSpPr/>
      </dsp:nvSpPr>
      <dsp:spPr>
        <a:xfrm>
          <a:off x="3736573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28673-B7CD-4D0B-B20A-6ACD61243BCC}">
      <dsp:nvSpPr>
        <dsp:cNvPr id="0" name=""/>
        <dsp:cNvSpPr/>
      </dsp:nvSpPr>
      <dsp:spPr>
        <a:xfrm>
          <a:off x="6119112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39FE2-234D-4955-BDD9-E26661B3BA19}">
      <dsp:nvSpPr>
        <dsp:cNvPr id="0" name=""/>
        <dsp:cNvSpPr/>
      </dsp:nvSpPr>
      <dsp:spPr>
        <a:xfrm>
          <a:off x="5602895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prefabs of coins,Enemies and UI elements </a:t>
          </a:r>
        </a:p>
      </dsp:txBody>
      <dsp:txXfrm>
        <a:off x="5602895" y="1395654"/>
        <a:ext cx="1588359" cy="1183824"/>
      </dsp:txXfrm>
    </dsp:sp>
    <dsp:sp modelId="{7685799A-782B-4DCA-9A6E-B7C976BD0F85}">
      <dsp:nvSpPr>
        <dsp:cNvPr id="0" name=""/>
        <dsp:cNvSpPr/>
      </dsp:nvSpPr>
      <dsp:spPr>
        <a:xfrm>
          <a:off x="5602895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D24F0-CDDA-4DE8-A06C-27C7804FE1A4}">
      <dsp:nvSpPr>
        <dsp:cNvPr id="0" name=""/>
        <dsp:cNvSpPr/>
      </dsp:nvSpPr>
      <dsp:spPr>
        <a:xfrm>
          <a:off x="7985435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F549-875A-408B-B270-A458B3D817F4}">
      <dsp:nvSpPr>
        <dsp:cNvPr id="0" name=""/>
        <dsp:cNvSpPr/>
      </dsp:nvSpPr>
      <dsp:spPr>
        <a:xfrm>
          <a:off x="7469218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Managed the Flow of Game using Game Manager’</a:t>
          </a:r>
        </a:p>
      </dsp:txBody>
      <dsp:txXfrm>
        <a:off x="7469218" y="1395654"/>
        <a:ext cx="1588359" cy="1183824"/>
      </dsp:txXfrm>
    </dsp:sp>
    <dsp:sp modelId="{7C3A35CF-ED26-46DE-A968-462DD2F0A945}">
      <dsp:nvSpPr>
        <dsp:cNvPr id="0" name=""/>
        <dsp:cNvSpPr/>
      </dsp:nvSpPr>
      <dsp:spPr>
        <a:xfrm>
          <a:off x="7469218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65C7A0-F49D-4E9F-8C26-0005257AC126}">
      <dsp:nvSpPr>
        <dsp:cNvPr id="0" name=""/>
        <dsp:cNvSpPr/>
      </dsp:nvSpPr>
      <dsp:spPr>
        <a:xfrm>
          <a:off x="9851757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D4D75-5FFD-4322-9406-923C26D923E5}">
      <dsp:nvSpPr>
        <dsp:cNvPr id="0" name=""/>
        <dsp:cNvSpPr/>
      </dsp:nvSpPr>
      <dsp:spPr>
        <a:xfrm>
          <a:off x="9335540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Iterative testing self-play,debugLogs, and fixing runtime errors during Development</a:t>
          </a:r>
        </a:p>
      </dsp:txBody>
      <dsp:txXfrm>
        <a:off x="9335540" y="1395654"/>
        <a:ext cx="1588359" cy="1183824"/>
      </dsp:txXfrm>
    </dsp:sp>
    <dsp:sp modelId="{63531117-0840-47C4-BF06-3E0DB4955ABF}">
      <dsp:nvSpPr>
        <dsp:cNvPr id="0" name=""/>
        <dsp:cNvSpPr/>
      </dsp:nvSpPr>
      <dsp:spPr>
        <a:xfrm>
          <a:off x="9335540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C087D-4BAC-46AB-89CF-84385976730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5ECF3-174C-4950-A31C-85862AE4B1B2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Player movement using W, A, S, D</a:t>
          </a:r>
        </a:p>
      </dsp:txBody>
      <dsp:txXfrm>
        <a:off x="59990" y="2654049"/>
        <a:ext cx="3226223" cy="720000"/>
      </dsp:txXfrm>
    </dsp:sp>
    <dsp:sp modelId="{7A737252-1F25-4A73-BFDC-2FA2B47F20E8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511D0-B384-454F-B4A4-628DBC706291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Jumping using Spacebar</a:t>
          </a:r>
        </a:p>
      </dsp:txBody>
      <dsp:txXfrm>
        <a:off x="3850802" y="2654049"/>
        <a:ext cx="3226223" cy="720000"/>
      </dsp:txXfrm>
    </dsp:sp>
    <dsp:sp modelId="{573A50FB-BCBE-4987-AB2B-815AFD5930BD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1DF16-D36E-4F8C-B7C0-801BAAB4EB40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Game loop runs in a 3D Environment.</a:t>
          </a:r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D9D36-C76A-4B46-B83D-FE90D0E2D984}">
      <dsp:nvSpPr>
        <dsp:cNvPr id="0" name=""/>
        <dsp:cNvSpPr/>
      </dsp:nvSpPr>
      <dsp:spPr>
        <a:xfrm>
          <a:off x="0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 will add a rain animation when entering the mountain section. I will also include wind effects. Animals and trees will be added to enhance the environment, and weapons can be provided to the player</a:t>
          </a:r>
        </a:p>
      </dsp:txBody>
      <dsp:txXfrm>
        <a:off x="0" y="1593265"/>
        <a:ext cx="3414946" cy="2515683"/>
      </dsp:txXfrm>
    </dsp:sp>
    <dsp:sp modelId="{D8FFC20F-010F-4A71-9179-31E5C112D393}">
      <dsp:nvSpPr>
        <dsp:cNvPr id="0" name=""/>
        <dsp:cNvSpPr/>
      </dsp:nvSpPr>
      <dsp:spPr>
        <a:xfrm>
          <a:off x="1078552" y="419280"/>
          <a:ext cx="1257841" cy="12578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759" y="603487"/>
        <a:ext cx="889427" cy="889427"/>
      </dsp:txXfrm>
    </dsp:sp>
    <dsp:sp modelId="{CE110D52-0ECF-4F24-9B25-71B9F4F83534}">
      <dsp:nvSpPr>
        <dsp:cNvPr id="0" name=""/>
        <dsp:cNvSpPr/>
      </dsp:nvSpPr>
      <dsp:spPr>
        <a:xfrm>
          <a:off x="0" y="4192733"/>
          <a:ext cx="3414946" cy="72"/>
        </a:xfrm>
        <a:prstGeom prst="rect">
          <a:avLst/>
        </a:prstGeom>
        <a:solidFill>
          <a:schemeClr val="accent2">
            <a:hueOff val="22688"/>
            <a:satOff val="2608"/>
            <a:lumOff val="-2079"/>
            <a:alphaOff val="0"/>
          </a:schemeClr>
        </a:solidFill>
        <a:ln w="19050" cap="flat" cmpd="sng" algn="ctr">
          <a:solidFill>
            <a:schemeClr val="accent2">
              <a:hueOff val="22688"/>
              <a:satOff val="2608"/>
              <a:lumOff val="-2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A66B2-E940-4C59-9118-F192EB933E8F}">
      <dsp:nvSpPr>
        <dsp:cNvPr id="0" name=""/>
        <dsp:cNvSpPr/>
      </dsp:nvSpPr>
      <dsp:spPr>
        <a:xfrm>
          <a:off x="3756441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214651"/>
            <a:satOff val="3964"/>
            <a:lumOff val="-44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14651"/>
              <a:satOff val="3964"/>
              <a:lumOff val="-4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Enhanced Gameplay Mechanics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different types of collectible items with varied effects (e.g., power-ups, health packs).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Introduce enemy AI and obstacle avoidance to increase challenge.</a:t>
          </a:r>
        </a:p>
      </dsp:txBody>
      <dsp:txXfrm>
        <a:off x="3756441" y="1593265"/>
        <a:ext cx="3414946" cy="2515683"/>
      </dsp:txXfrm>
    </dsp:sp>
    <dsp:sp modelId="{7CB3FD87-DFF9-4008-9CC6-FDEF9C95438D}">
      <dsp:nvSpPr>
        <dsp:cNvPr id="0" name=""/>
        <dsp:cNvSpPr/>
      </dsp:nvSpPr>
      <dsp:spPr>
        <a:xfrm>
          <a:off x="4834993" y="419280"/>
          <a:ext cx="1257841" cy="1257841"/>
        </a:xfrm>
        <a:prstGeom prst="ellipse">
          <a:avLst/>
        </a:prstGeom>
        <a:solidFill>
          <a:schemeClr val="accent2">
            <a:hueOff val="45376"/>
            <a:satOff val="5216"/>
            <a:lumOff val="-4157"/>
            <a:alphaOff val="0"/>
          </a:schemeClr>
        </a:solidFill>
        <a:ln w="19050" cap="flat" cmpd="sng" algn="ctr">
          <a:solidFill>
            <a:schemeClr val="accent2">
              <a:hueOff val="45376"/>
              <a:satOff val="5216"/>
              <a:lumOff val="-4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19200" y="603487"/>
        <a:ext cx="889427" cy="889427"/>
      </dsp:txXfrm>
    </dsp:sp>
    <dsp:sp modelId="{D4814B66-BF37-42D7-B496-95F05E8218FB}">
      <dsp:nvSpPr>
        <dsp:cNvPr id="0" name=""/>
        <dsp:cNvSpPr/>
      </dsp:nvSpPr>
      <dsp:spPr>
        <a:xfrm>
          <a:off x="3756441" y="4192733"/>
          <a:ext cx="3414946" cy="72"/>
        </a:xfrm>
        <a:prstGeom prst="rect">
          <a:avLst/>
        </a:prstGeom>
        <a:solidFill>
          <a:schemeClr val="accent2">
            <a:hueOff val="68064"/>
            <a:satOff val="7823"/>
            <a:lumOff val="-6236"/>
            <a:alphaOff val="0"/>
          </a:schemeClr>
        </a:solidFill>
        <a:ln w="19050" cap="flat" cmpd="sng" algn="ctr">
          <a:solidFill>
            <a:schemeClr val="accent2">
              <a:hueOff val="68064"/>
              <a:satOff val="7823"/>
              <a:lumOff val="-6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2D7B3-4722-4E70-96B7-40AEB83F7D60}">
      <dsp:nvSpPr>
        <dsp:cNvPr id="0" name=""/>
        <dsp:cNvSpPr/>
      </dsp:nvSpPr>
      <dsp:spPr>
        <a:xfrm>
          <a:off x="7512882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429303"/>
            <a:satOff val="7928"/>
            <a:lumOff val="-88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9303"/>
              <a:satOff val="7928"/>
              <a:lumOff val="-8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Improved Player Interaction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Implement player animations for walking, jumping, and collecting coins.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feedback effects like sounds, particle effects, and UI updates on coin collection.</a:t>
          </a:r>
        </a:p>
      </dsp:txBody>
      <dsp:txXfrm>
        <a:off x="7512882" y="1593265"/>
        <a:ext cx="3414946" cy="2515683"/>
      </dsp:txXfrm>
    </dsp:sp>
    <dsp:sp modelId="{D6CB2DBD-68FF-43F0-9216-5D1B44FACE05}">
      <dsp:nvSpPr>
        <dsp:cNvPr id="0" name=""/>
        <dsp:cNvSpPr/>
      </dsp:nvSpPr>
      <dsp:spPr>
        <a:xfrm>
          <a:off x="8591434" y="419280"/>
          <a:ext cx="1257841" cy="1257841"/>
        </a:xfrm>
        <a:prstGeom prst="ellipse">
          <a:avLst/>
        </a:prstGeom>
        <a:solidFill>
          <a:schemeClr val="accent2">
            <a:hueOff val="90751"/>
            <a:satOff val="10431"/>
            <a:lumOff val="-8314"/>
            <a:alphaOff val="0"/>
          </a:schemeClr>
        </a:solidFill>
        <a:ln w="19050" cap="flat" cmpd="sng" algn="ctr">
          <a:solidFill>
            <a:schemeClr val="accent2">
              <a:hueOff val="90751"/>
              <a:satOff val="10431"/>
              <a:lumOff val="-8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75641" y="603487"/>
        <a:ext cx="889427" cy="889427"/>
      </dsp:txXfrm>
    </dsp:sp>
    <dsp:sp modelId="{395180A5-86F2-4EA4-B72A-D3BC46FF73B1}">
      <dsp:nvSpPr>
        <dsp:cNvPr id="0" name=""/>
        <dsp:cNvSpPr/>
      </dsp:nvSpPr>
      <dsp:spPr>
        <a:xfrm>
          <a:off x="7512882" y="4192733"/>
          <a:ext cx="3414946" cy="72"/>
        </a:xfrm>
        <a:prstGeom prst="rect">
          <a:avLst/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1905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C8B42-5404-4739-A167-22031CA56E1C}">
      <dsp:nvSpPr>
        <dsp:cNvPr id="0" name=""/>
        <dsp:cNvSpPr/>
      </dsp:nvSpPr>
      <dsp:spPr>
        <a:xfrm>
          <a:off x="5615364" y="3009102"/>
          <a:ext cx="91440" cy="2972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9B046-8000-49D1-A377-654036287171}">
      <dsp:nvSpPr>
        <dsp:cNvPr id="0" name=""/>
        <dsp:cNvSpPr/>
      </dsp:nvSpPr>
      <dsp:spPr>
        <a:xfrm>
          <a:off x="3243329" y="1768381"/>
          <a:ext cx="2417754" cy="297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782"/>
              </a:lnTo>
              <a:lnTo>
                <a:pt x="2417754" y="149782"/>
              </a:lnTo>
              <a:lnTo>
                <a:pt x="2417754" y="2972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B592C-59D7-4BF0-9DB2-AF1B1992E9D1}">
      <dsp:nvSpPr>
        <dsp:cNvPr id="0" name=""/>
        <dsp:cNvSpPr/>
      </dsp:nvSpPr>
      <dsp:spPr>
        <a:xfrm>
          <a:off x="1769088" y="3009102"/>
          <a:ext cx="1297331" cy="297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782"/>
              </a:lnTo>
              <a:lnTo>
                <a:pt x="1297331" y="149782"/>
              </a:lnTo>
              <a:lnTo>
                <a:pt x="1297331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2B9B2-AD3C-4176-9C08-66A5FDB0DDA8}">
      <dsp:nvSpPr>
        <dsp:cNvPr id="0" name=""/>
        <dsp:cNvSpPr/>
      </dsp:nvSpPr>
      <dsp:spPr>
        <a:xfrm>
          <a:off x="471757" y="3009102"/>
          <a:ext cx="1297331" cy="297206"/>
        </a:xfrm>
        <a:custGeom>
          <a:avLst/>
          <a:gdLst/>
          <a:ahLst/>
          <a:cxnLst/>
          <a:rect l="0" t="0" r="0" b="0"/>
          <a:pathLst>
            <a:path>
              <a:moveTo>
                <a:pt x="1297331" y="0"/>
              </a:moveTo>
              <a:lnTo>
                <a:pt x="1297331" y="149782"/>
              </a:lnTo>
              <a:lnTo>
                <a:pt x="0" y="149782"/>
              </a:lnTo>
              <a:lnTo>
                <a:pt x="0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41E352-4576-4D88-A267-A4C58B2D5C44}">
      <dsp:nvSpPr>
        <dsp:cNvPr id="0" name=""/>
        <dsp:cNvSpPr/>
      </dsp:nvSpPr>
      <dsp:spPr>
        <a:xfrm>
          <a:off x="1769088" y="1768381"/>
          <a:ext cx="1474240" cy="297206"/>
        </a:xfrm>
        <a:custGeom>
          <a:avLst/>
          <a:gdLst/>
          <a:ahLst/>
          <a:cxnLst/>
          <a:rect l="0" t="0" r="0" b="0"/>
          <a:pathLst>
            <a:path>
              <a:moveTo>
                <a:pt x="1474240" y="0"/>
              </a:moveTo>
              <a:lnTo>
                <a:pt x="1474240" y="149782"/>
              </a:lnTo>
              <a:lnTo>
                <a:pt x="0" y="149782"/>
              </a:lnTo>
              <a:lnTo>
                <a:pt x="0" y="2972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E8AB10-D972-441E-A6E9-4AB2F0E3AE92}">
      <dsp:nvSpPr>
        <dsp:cNvPr id="0" name=""/>
        <dsp:cNvSpPr/>
      </dsp:nvSpPr>
      <dsp:spPr>
        <a:xfrm>
          <a:off x="2771572" y="824867"/>
          <a:ext cx="943514" cy="94351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D1177-42F3-4365-A92A-2F248127F2CB}">
      <dsp:nvSpPr>
        <dsp:cNvPr id="0" name=""/>
        <dsp:cNvSpPr/>
      </dsp:nvSpPr>
      <dsp:spPr>
        <a:xfrm>
          <a:off x="2677218" y="822508"/>
          <a:ext cx="3491006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           Main Menu</a:t>
          </a:r>
          <a:endParaRPr lang="en-IN" sz="2600" kern="1200" dirty="0"/>
        </a:p>
      </dsp:txBody>
      <dsp:txXfrm>
        <a:off x="2677218" y="822508"/>
        <a:ext cx="3491006" cy="943514"/>
      </dsp:txXfrm>
    </dsp:sp>
    <dsp:sp modelId="{528F0619-7BF6-43EE-801B-DC8A776BD1EF}">
      <dsp:nvSpPr>
        <dsp:cNvPr id="0" name=""/>
        <dsp:cNvSpPr/>
      </dsp:nvSpPr>
      <dsp:spPr>
        <a:xfrm>
          <a:off x="1297331" y="2065588"/>
          <a:ext cx="943514" cy="9435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73165-D54A-4B21-B2F6-BEDADECC787F}">
      <dsp:nvSpPr>
        <dsp:cNvPr id="0" name=""/>
        <dsp:cNvSpPr/>
      </dsp:nvSpPr>
      <dsp:spPr>
        <a:xfrm>
          <a:off x="2240846" y="2063229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Play Game</a:t>
          </a:r>
          <a:endParaRPr lang="en-IN" sz="2600" kern="1200" dirty="0"/>
        </a:p>
      </dsp:txBody>
      <dsp:txXfrm>
        <a:off x="2240846" y="2063229"/>
        <a:ext cx="1415271" cy="943514"/>
      </dsp:txXfrm>
    </dsp:sp>
    <dsp:sp modelId="{43960022-74B8-421F-8E82-FA5F51CEB111}">
      <dsp:nvSpPr>
        <dsp:cNvPr id="0" name=""/>
        <dsp:cNvSpPr/>
      </dsp:nvSpPr>
      <dsp:spPr>
        <a:xfrm>
          <a:off x="0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E3C5E-7022-493D-A868-CB2FB7FE3B9B}">
      <dsp:nvSpPr>
        <dsp:cNvPr id="0" name=""/>
        <dsp:cNvSpPr/>
      </dsp:nvSpPr>
      <dsp:spPr>
        <a:xfrm>
          <a:off x="943514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Win</a:t>
          </a:r>
          <a:endParaRPr lang="en-IN" sz="2600" kern="1200" dirty="0"/>
        </a:p>
      </dsp:txBody>
      <dsp:txXfrm>
        <a:off x="943514" y="3303950"/>
        <a:ext cx="1415271" cy="943514"/>
      </dsp:txXfrm>
    </dsp:sp>
    <dsp:sp modelId="{CFD96198-A305-44BC-A12B-C35141B5CDFF}">
      <dsp:nvSpPr>
        <dsp:cNvPr id="0" name=""/>
        <dsp:cNvSpPr/>
      </dsp:nvSpPr>
      <dsp:spPr>
        <a:xfrm>
          <a:off x="2594663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434ED-5A65-400A-B729-6298EE0783ED}">
      <dsp:nvSpPr>
        <dsp:cNvPr id="0" name=""/>
        <dsp:cNvSpPr/>
      </dsp:nvSpPr>
      <dsp:spPr>
        <a:xfrm>
          <a:off x="3538177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loss</a:t>
          </a:r>
          <a:endParaRPr lang="en-IN" sz="2600" kern="1200" dirty="0"/>
        </a:p>
      </dsp:txBody>
      <dsp:txXfrm>
        <a:off x="3538177" y="3303950"/>
        <a:ext cx="1415271" cy="943514"/>
      </dsp:txXfrm>
    </dsp:sp>
    <dsp:sp modelId="{8AE70E11-165F-4BD0-8FAA-2234083D762A}">
      <dsp:nvSpPr>
        <dsp:cNvPr id="0" name=""/>
        <dsp:cNvSpPr/>
      </dsp:nvSpPr>
      <dsp:spPr>
        <a:xfrm>
          <a:off x="5189327" y="2065588"/>
          <a:ext cx="943514" cy="94351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36A1B-F17E-4860-8F59-BFD17D9C9DB3}">
      <dsp:nvSpPr>
        <dsp:cNvPr id="0" name=""/>
        <dsp:cNvSpPr/>
      </dsp:nvSpPr>
      <dsp:spPr>
        <a:xfrm>
          <a:off x="6132841" y="2063229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Profile</a:t>
          </a:r>
          <a:endParaRPr lang="en-IN" sz="2600" kern="1200" dirty="0"/>
        </a:p>
      </dsp:txBody>
      <dsp:txXfrm>
        <a:off x="6132841" y="2063229"/>
        <a:ext cx="1415271" cy="943514"/>
      </dsp:txXfrm>
    </dsp:sp>
    <dsp:sp modelId="{CE2FF422-DF38-4781-92B9-0706D9B9D996}">
      <dsp:nvSpPr>
        <dsp:cNvPr id="0" name=""/>
        <dsp:cNvSpPr/>
      </dsp:nvSpPr>
      <dsp:spPr>
        <a:xfrm>
          <a:off x="5189327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0777F-2593-4737-99FE-99E5691F79CC}">
      <dsp:nvSpPr>
        <dsp:cNvPr id="0" name=""/>
        <dsp:cNvSpPr/>
      </dsp:nvSpPr>
      <dsp:spPr>
        <a:xfrm>
          <a:off x="6132841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Menu</a:t>
          </a:r>
          <a:endParaRPr lang="en-IN" sz="2600" kern="1200" dirty="0"/>
        </a:p>
      </dsp:txBody>
      <dsp:txXfrm>
        <a:off x="6132841" y="3303950"/>
        <a:ext cx="1415271" cy="943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97D14-E671-4F11-9C42-64C8558BDD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56CD9-A889-4DD8-A32B-8C5CB02E4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8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067C-68A4-1C81-00C9-3F7817B4E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F9177-CE75-B26D-235F-CA8AD2370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4813C-322B-14CD-D5AB-C32DAC5E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EA7B-E6EA-5F67-9183-D160557E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9D2BC-8C96-9C00-E172-90D1F906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06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94BB-0081-13E4-979F-0AE0E679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89A1-B860-66E8-1377-62F5A134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9968-7217-F005-BC36-44D3EB01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93887-7F0A-77EF-66A2-0EFAADED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B3111-E80B-C0EA-F3CC-022301F1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5432-43CE-C1A6-17CF-437EBCC0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274F7-A892-2E6A-FF27-7A12343DB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3284-ABC6-4B9B-BB48-B992E5B4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40E6-081C-AB95-FA76-2EB58720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D8A0B-8920-A9FC-79BE-0E89A02A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72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AEB9-89BE-6800-AB8D-2AE3D595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7A52-9A69-4DDA-756B-402FF5AF5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DD430-9F7B-6804-E190-5A321ABF5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30C1-4644-BC3B-9955-D2881806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237A9-EEC2-2F2A-088E-3DEF0B62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C6EE-4DFB-9AF9-22BF-F9376A2D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4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94D8-1A6B-173C-129C-AD97EEDB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1533A-BD24-D416-59F5-ECF52378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26F63-1558-D5F6-8061-7A831D40A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C01DC-832A-153E-F3F4-EDB1BA2AB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FA868-4959-94F7-7715-CED4483F1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06810-0BDB-E152-9E5A-BC3CDCCF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534DA-7113-02A7-0F2A-19A9439F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80BC0-B258-8860-58C0-4987DE33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9165-7922-330D-D272-32BBCDE4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9CECE-FE23-7657-7FB0-9E7D6ACD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FA13C-731F-BAD1-B819-6E7B254F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2B113-4F01-5E44-C91E-5F285FA8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92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4E671-C530-B2E1-BB4E-8B5E07AA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38FFC-BDC5-FBC9-31BD-5C1DA765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BC162-852D-E366-B4CB-23765FE0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35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66C4-0892-D372-9846-FBE95B0D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71E6-7EBF-AEE2-4430-34D087392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64AA4-5517-0129-25D4-00DB6E4F0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3183-F73D-A47F-B09E-CB3B95C7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3506-32A6-E150-2CEE-978D1213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63D85-B243-E88C-6235-E3B359D1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8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60D7-E09E-DCEB-DD7C-B86BDFE2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C1AD-4C47-B18F-E0FF-F955A2A69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DF328-5401-444F-4CBB-0C0E16EAA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59F7-E3D5-25F3-15FB-582197FC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FC8BE-6CD8-93AF-07E7-B4F64A84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1065-80A6-49F0-A1ED-A68227E2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35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53B4-51E0-A8D3-EB51-34450864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84345-EFCE-1297-B17D-821D19AB4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34EC-1003-A84D-31B1-A1198C4F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32C89-25F2-1D87-1E12-CE01AC89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D72F-36A9-766E-B54C-7BC1AA6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91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FB03-FBAC-8426-DC99-A3562CA92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D7138-07D7-93DD-A6C7-843482BAD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43DB1-3453-E4C2-3670-F5C8D611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00B6-5420-E239-3933-02EFCC85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046D-EBB0-AE87-6C73-2C2AE959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7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12979-5B92-0F75-B6F6-608251A2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86A5-8D1C-C30A-0699-1EFBEA5B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32A9-25A8-DCE2-2EFD-87366E88D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DD86-2361-22E6-7042-7F583EE39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12B33-1EDA-7999-A2F2-EF32DDFD1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8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4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8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DF10A-D4F9-F844-6BD9-A92BF401C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Run to Win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2932F-E522-9816-586D-99D2D8B14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9476" y="2783860"/>
            <a:ext cx="4036333" cy="1709849"/>
          </a:xfrm>
        </p:spPr>
        <p:txBody>
          <a:bodyPr anchor="b">
            <a:normAutofit/>
          </a:bodyPr>
          <a:lstStyle/>
          <a:p>
            <a:pPr lvl="2" algn="l"/>
            <a:r>
              <a:rPr lang="en-US" sz="2000" dirty="0"/>
              <a:t>Presented by Nandan Kumar</a:t>
            </a:r>
            <a:endParaRPr lang="en-IN" sz="20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at">
            <a:extLst>
              <a:ext uri="{FF2B5EF4-FFF2-40B4-BE49-F238E27FC236}">
                <a16:creationId xmlns:a16="http://schemas.microsoft.com/office/drawing/2014/main" id="{2870D38C-9CAE-F4A1-B4BC-8A09BC979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0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63038BC-9FCB-466B-8EE5-7B0DC8F2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8F4797-C77D-4821-B8FF-057D7524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0CB3DB-B42E-47BF-A595-527CB329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5" y="685800"/>
            <a:ext cx="108009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04058-DD2B-2C14-EDFD-0E3E8B50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572" y="1036674"/>
            <a:ext cx="9292856" cy="1371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Overview </a:t>
            </a:r>
            <a:endParaRPr lang="en-I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266626CD-297E-4B65-B203-D608F7332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570181"/>
              </p:ext>
            </p:extLst>
          </p:nvPr>
        </p:nvGraphicFramePr>
        <p:xfrm>
          <a:off x="1279451" y="2716620"/>
          <a:ext cx="9633098" cy="30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142328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FC638C-0EAD-D9E3-2F71-D54DE24D5C46}"/>
              </a:ext>
            </a:extLst>
          </p:cNvPr>
          <p:cNvSpPr txBox="1"/>
          <p:nvPr/>
        </p:nvSpPr>
        <p:spPr>
          <a:xfrm>
            <a:off x="2678544" y="167576"/>
            <a:ext cx="584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Project Development Life cycle</a:t>
            </a:r>
            <a:endParaRPr lang="en-IN" dirty="0"/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958AEC5-630F-5BA9-2A15-4F9143F9E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4699531"/>
              </p:ext>
            </p:extLst>
          </p:nvPr>
        </p:nvGraphicFramePr>
        <p:xfrm>
          <a:off x="542925" y="719666"/>
          <a:ext cx="10972799" cy="5814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B84A01A-23CD-D5B1-4AF9-207B261E0CED}"/>
              </a:ext>
            </a:extLst>
          </p:cNvPr>
          <p:cNvCxnSpPr/>
          <p:nvPr/>
        </p:nvCxnSpPr>
        <p:spPr>
          <a:xfrm>
            <a:off x="8724900" y="4962525"/>
            <a:ext cx="657225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FDAFFC-75C7-DEAF-3C3F-C2D10B8B5E96}"/>
              </a:ext>
            </a:extLst>
          </p:cNvPr>
          <p:cNvSpPr txBox="1"/>
          <p:nvPr/>
        </p:nvSpPr>
        <p:spPr>
          <a:xfrm>
            <a:off x="6572250" y="4295775"/>
            <a:ext cx="378142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dirty="0">
                <a:solidFill>
                  <a:schemeClr val="bg1"/>
                </a:solidFill>
              </a:rPr>
              <a:t>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Manually Test all gameplay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Verifiy</a:t>
            </a:r>
            <a:r>
              <a:rPr lang="en-US" sz="1200" dirty="0">
                <a:solidFill>
                  <a:schemeClr val="bg1"/>
                </a:solidFill>
              </a:rPr>
              <a:t> Win/Loose condition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Fixed bugs logic and UI transition like play pause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n-IN" sz="1200" dirty="0">
              <a:solidFill>
                <a:schemeClr val="bg1"/>
              </a:solidFill>
            </a:endParaRPr>
          </a:p>
          <a:p>
            <a:pPr lvl="0" algn="l"/>
            <a:endParaRPr lang="en-IN" sz="1100" dirty="0"/>
          </a:p>
          <a:p>
            <a:endParaRPr lang="en-IN" dirty="0"/>
          </a:p>
        </p:txBody>
      </p:sp>
      <p:pic>
        <p:nvPicPr>
          <p:cNvPr id="49" name="Graphic 48" descr="Person with idea with solid fill">
            <a:extLst>
              <a:ext uri="{FF2B5EF4-FFF2-40B4-BE49-F238E27FC236}">
                <a16:creationId xmlns:a16="http://schemas.microsoft.com/office/drawing/2014/main" id="{9FEB5D62-9880-8DD5-177A-8EC1084F79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352242"/>
            <a:ext cx="914400" cy="914400"/>
          </a:xfrm>
          <a:prstGeom prst="rect">
            <a:avLst/>
          </a:prstGeom>
        </p:spPr>
      </p:pic>
      <p:pic>
        <p:nvPicPr>
          <p:cNvPr id="54" name="Graphic 53" descr="Illustrator outline">
            <a:extLst>
              <a:ext uri="{FF2B5EF4-FFF2-40B4-BE49-F238E27FC236}">
                <a16:creationId xmlns:a16="http://schemas.microsoft.com/office/drawing/2014/main" id="{76D71002-B462-E9D5-E017-E17FA94400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30896" y="457200"/>
            <a:ext cx="914400" cy="914400"/>
          </a:xfrm>
          <a:prstGeom prst="rect">
            <a:avLst/>
          </a:prstGeom>
        </p:spPr>
      </p:pic>
      <p:pic>
        <p:nvPicPr>
          <p:cNvPr id="59" name="Graphic 58" descr="Programmer female with solid fill">
            <a:extLst>
              <a:ext uri="{FF2B5EF4-FFF2-40B4-BE49-F238E27FC236}">
                <a16:creationId xmlns:a16="http://schemas.microsoft.com/office/drawing/2014/main" id="{53BE9806-4695-7FDB-9F87-0ED52104A9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5327" y="5591358"/>
            <a:ext cx="914400" cy="914400"/>
          </a:xfrm>
          <a:prstGeom prst="rect">
            <a:avLst/>
          </a:prstGeom>
        </p:spPr>
      </p:pic>
      <p:pic>
        <p:nvPicPr>
          <p:cNvPr id="61" name="Graphic 60" descr="Clipboard Mixed with solid fill">
            <a:extLst>
              <a:ext uri="{FF2B5EF4-FFF2-40B4-BE49-F238E27FC236}">
                <a16:creationId xmlns:a16="http://schemas.microsoft.com/office/drawing/2014/main" id="{975E97A4-442A-840D-F911-33D6C5A66D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77499" y="56197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31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30A9B-6DA5-D816-8BAB-085C3FED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 and Concept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Head with Gears">
            <a:extLst>
              <a:ext uri="{FF2B5EF4-FFF2-40B4-BE49-F238E27FC236}">
                <a16:creationId xmlns:a16="http://schemas.microsoft.com/office/drawing/2014/main" id="{BA693F1E-3297-912A-704A-C73552A1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80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3F4C-B9C2-4606-B748-D038D531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377823"/>
            <a:ext cx="4629150" cy="1311275"/>
          </a:xfrm>
        </p:spPr>
        <p:txBody>
          <a:bodyPr/>
          <a:lstStyle/>
          <a:p>
            <a:r>
              <a:rPr lang="en-US" dirty="0"/>
              <a:t>Game Concept </a:t>
            </a:r>
            <a:endParaRPr lang="en-IN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E404957-E66F-2A00-8A37-5A484D94AE4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4CB39-BEF8-9ADC-5AC9-D1F8E3ADA4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Player Movement – </a:t>
            </a:r>
            <a:r>
              <a:rPr lang="en-IN" dirty="0" err="1"/>
              <a:t>Rigidbody</a:t>
            </a:r>
            <a:r>
              <a:rPr lang="en-IN" dirty="0"/>
              <a:t> ,</a:t>
            </a:r>
            <a:r>
              <a:rPr lang="en-IN" dirty="0" err="1"/>
              <a:t>Collision,Collider,input</a:t>
            </a:r>
            <a:r>
              <a:rPr lang="en-IN" dirty="0"/>
              <a:t> </a:t>
            </a:r>
            <a:r>
              <a:rPr lang="en-IN" dirty="0" err="1"/>
              <a:t>SystemAnimator</a:t>
            </a:r>
            <a:endParaRPr lang="en-IN" dirty="0"/>
          </a:p>
          <a:p>
            <a:r>
              <a:rPr lang="en-IN" dirty="0"/>
              <a:t>Coin Spawning And Collection -</a:t>
            </a:r>
            <a:r>
              <a:rPr lang="en-IN" dirty="0" err="1"/>
              <a:t>Prefabs,instantiation,collision</a:t>
            </a:r>
            <a:r>
              <a:rPr lang="en-IN" dirty="0"/>
              <a:t> </a:t>
            </a:r>
            <a:r>
              <a:rPr lang="en-IN" dirty="0" err="1"/>
              <a:t>detection.auto</a:t>
            </a:r>
            <a:r>
              <a:rPr lang="en-IN" dirty="0"/>
              <a:t> destroy.</a:t>
            </a:r>
          </a:p>
          <a:p>
            <a:r>
              <a:rPr lang="en-IN" dirty="0"/>
              <a:t>UI Design – Canvas – Button onclick function , Player </a:t>
            </a:r>
            <a:r>
              <a:rPr lang="en-IN" dirty="0" err="1"/>
              <a:t>Portfolio,play</a:t>
            </a:r>
            <a:r>
              <a:rPr lang="en-IN" dirty="0"/>
              <a:t> ,pause ,restart button etc</a:t>
            </a:r>
          </a:p>
          <a:p>
            <a:r>
              <a:rPr lang="en-IN" dirty="0"/>
              <a:t>Scene Management – load </a:t>
            </a:r>
            <a:r>
              <a:rPr lang="en-IN" dirty="0" err="1"/>
              <a:t>scene,reload</a:t>
            </a:r>
            <a:r>
              <a:rPr lang="en-IN" dirty="0"/>
              <a:t> scene ,Menu</a:t>
            </a:r>
          </a:p>
          <a:p>
            <a:r>
              <a:rPr lang="en-IN" dirty="0"/>
              <a:t>Win/Lose condition – Game Manager </a:t>
            </a:r>
          </a:p>
          <a:p>
            <a:r>
              <a:rPr lang="en-IN" dirty="0"/>
              <a:t>Audio integration </a:t>
            </a:r>
          </a:p>
          <a:p>
            <a:r>
              <a:rPr lang="en-IN" dirty="0"/>
              <a:t>Animation – trigger-based transition ,used </a:t>
            </a:r>
            <a:r>
              <a:rPr lang="en-IN" dirty="0" err="1"/>
              <a:t>Animatator</a:t>
            </a:r>
            <a:r>
              <a:rPr lang="en-IN" dirty="0"/>
              <a:t> Controller (</a:t>
            </a:r>
            <a:r>
              <a:rPr lang="en-IN" dirty="0" err="1"/>
              <a:t>idle,run,jump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758D21-5CAE-D113-335D-D1342DEB5E30}"/>
              </a:ext>
            </a:extLst>
          </p:cNvPr>
          <p:cNvSpPr txBox="1">
            <a:spLocks/>
          </p:cNvSpPr>
          <p:nvPr/>
        </p:nvSpPr>
        <p:spPr>
          <a:xfrm>
            <a:off x="6172200" y="365124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80D761-D56A-6269-FD89-5C44B5D24329}"/>
              </a:ext>
            </a:extLst>
          </p:cNvPr>
          <p:cNvSpPr txBox="1">
            <a:spLocks/>
          </p:cNvSpPr>
          <p:nvPr/>
        </p:nvSpPr>
        <p:spPr>
          <a:xfrm>
            <a:off x="6172200" y="365123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5AD65F-735F-6A2C-F5AE-C64D5ECE8A8C}"/>
              </a:ext>
            </a:extLst>
          </p:cNvPr>
          <p:cNvSpPr txBox="1">
            <a:spLocks/>
          </p:cNvSpPr>
          <p:nvPr/>
        </p:nvSpPr>
        <p:spPr>
          <a:xfrm>
            <a:off x="6172200" y="377823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Unity Concept Used</a:t>
            </a:r>
            <a:endParaRPr lang="en-IN" dirty="0"/>
          </a:p>
        </p:txBody>
      </p:sp>
      <p:pic>
        <p:nvPicPr>
          <p:cNvPr id="10" name="Graphic 9" descr="Thought bubble outline">
            <a:extLst>
              <a:ext uri="{FF2B5EF4-FFF2-40B4-BE49-F238E27FC236}">
                <a16:creationId xmlns:a16="http://schemas.microsoft.com/office/drawing/2014/main" id="{03A983CE-66CD-9D24-E84B-3568B4639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" y="101597"/>
            <a:ext cx="914400" cy="914400"/>
          </a:xfrm>
          <a:prstGeom prst="rect">
            <a:avLst/>
          </a:prstGeom>
        </p:spPr>
      </p:pic>
      <p:pic>
        <p:nvPicPr>
          <p:cNvPr id="14" name="Graphic 13" descr="Gears outline">
            <a:extLst>
              <a:ext uri="{FF2B5EF4-FFF2-40B4-BE49-F238E27FC236}">
                <a16:creationId xmlns:a16="http://schemas.microsoft.com/office/drawing/2014/main" id="{86EB86F3-A178-1035-D69C-7B615AE135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1225" y="6810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907F0-3B22-0637-0135-994D69A6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Approach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27C348A-A83D-D3C7-336E-D21E2950E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0816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0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255CB-02DC-B356-BBF8-341B7E9A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Gameplay Mechanics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53C36F6-F7F2-2E60-861C-C5E4A0FD3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6875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17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B6CC8-8F16-10D2-9D38-2C9C6078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 Scope Of The Project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72" name="Content Placeholder 2">
            <a:extLst>
              <a:ext uri="{FF2B5EF4-FFF2-40B4-BE49-F238E27FC236}">
                <a16:creationId xmlns:a16="http://schemas.microsoft.com/office/drawing/2014/main" id="{0E892656-0517-667E-B0E5-FA6CE6A3C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8511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63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DA1C7-FF07-BFCA-D86F-7EC3E1B08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40" name="Graphic 39" descr="Smiling Face with No Fill">
            <a:extLst>
              <a:ext uri="{FF2B5EF4-FFF2-40B4-BE49-F238E27FC236}">
                <a16:creationId xmlns:a16="http://schemas.microsoft.com/office/drawing/2014/main" id="{614E46DB-7A75-5BF2-89D9-22A548CC8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89513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773B412-C360-0063-3676-4A094945A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132852"/>
              </p:ext>
            </p:extLst>
          </p:nvPr>
        </p:nvGraphicFramePr>
        <p:xfrm>
          <a:off x="2044460" y="163902"/>
          <a:ext cx="7548113" cy="5072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79D2B84E-D0E1-22BA-D939-6459430092AE}"/>
              </a:ext>
            </a:extLst>
          </p:cNvPr>
          <p:cNvSpPr/>
          <p:nvPr/>
        </p:nvSpPr>
        <p:spPr>
          <a:xfrm>
            <a:off x="2599427" y="1230041"/>
            <a:ext cx="1889185" cy="267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A3A66-00B3-087D-8813-8CEF6EC2BA34}"/>
              </a:ext>
            </a:extLst>
          </p:cNvPr>
          <p:cNvSpPr/>
          <p:nvPr/>
        </p:nvSpPr>
        <p:spPr>
          <a:xfrm>
            <a:off x="163903" y="1017917"/>
            <a:ext cx="2001328" cy="56304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Open Game Application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8CB985A-A09F-3CDB-B36B-9E306AE248E9}"/>
              </a:ext>
            </a:extLst>
          </p:cNvPr>
          <p:cNvCxnSpPr/>
          <p:nvPr/>
        </p:nvCxnSpPr>
        <p:spPr>
          <a:xfrm flipV="1">
            <a:off x="7315200" y="508958"/>
            <a:ext cx="1276709" cy="8547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0D99E27-0381-6FB9-39B1-D125FF356A6B}"/>
              </a:ext>
            </a:extLst>
          </p:cNvPr>
          <p:cNvSpPr/>
          <p:nvPr/>
        </p:nvSpPr>
        <p:spPr>
          <a:xfrm>
            <a:off x="8755811" y="336430"/>
            <a:ext cx="2786332" cy="1406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7E26E-0ED2-F947-A2C4-F65835D5EF60}"/>
              </a:ext>
            </a:extLst>
          </p:cNvPr>
          <p:cNvSpPr txBox="1"/>
          <p:nvPr/>
        </p:nvSpPr>
        <p:spPr>
          <a:xfrm>
            <a:off x="8867956" y="508958"/>
            <a:ext cx="2550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Play, Pause, Profile, Social Media buttons </a:t>
            </a:r>
            <a:r>
              <a:rPr lang="en-US" dirty="0" err="1"/>
              <a:t>etc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CC65172-7137-6415-0041-D15CC4BC45D9}"/>
              </a:ext>
            </a:extLst>
          </p:cNvPr>
          <p:cNvSpPr/>
          <p:nvPr/>
        </p:nvSpPr>
        <p:spPr>
          <a:xfrm>
            <a:off x="9316528" y="2725947"/>
            <a:ext cx="109555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887925-A691-3699-A45A-DCA08CCA32B4}"/>
              </a:ext>
            </a:extLst>
          </p:cNvPr>
          <p:cNvSpPr/>
          <p:nvPr/>
        </p:nvSpPr>
        <p:spPr>
          <a:xfrm>
            <a:off x="10498347" y="2441275"/>
            <a:ext cx="1526876" cy="71599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Player Stats Manager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54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33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2094</TotalTime>
  <Words>585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Run to Win</vt:lpstr>
      <vt:lpstr>Project Overview </vt:lpstr>
      <vt:lpstr>PowerPoint Presentation</vt:lpstr>
      <vt:lpstr>Approach and Concept</vt:lpstr>
      <vt:lpstr>Game Concept </vt:lpstr>
      <vt:lpstr>Approach</vt:lpstr>
      <vt:lpstr>Gameplay Mechanics</vt:lpstr>
      <vt:lpstr> Scope Of The Project</vt:lpstr>
      <vt:lpstr>Thank you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Nandan</dc:creator>
  <cp:lastModifiedBy>Kumar, Nandan</cp:lastModifiedBy>
  <cp:revision>2</cp:revision>
  <dcterms:created xsi:type="dcterms:W3CDTF">2025-07-16T08:50:58Z</dcterms:created>
  <dcterms:modified xsi:type="dcterms:W3CDTF">2025-08-25T08:57:24Z</dcterms:modified>
</cp:coreProperties>
</file>